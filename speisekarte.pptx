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Lst>
  <p:notesMasterIdLst>
    <p:notesMasterId r:id="rId3"/>
  </p:notesMasterIdLst>
  <p:handoutMasterIdLst>
    <p:handoutMasterId r:id="rId4"/>
  </p:handoutMasterIdLst>
  <p:sldIdLst>
    <p:sldId id="258" r:id="rId2"/>
  </p:sldIdLst>
  <p:sldSz cx="12192000" cy="6858000"/>
  <p:notesSz cx="6950075" cy="9236075"/>
  <p:custShowLst>
    <p:custShow name="Format Guide Workshop" id="0">
      <p:sldLst/>
    </p:custShow>
  </p:custShowLst>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issler, Dominik" initials="GD" lastIdx="1" clrIdx="0">
    <p:extLst>
      <p:ext uri="{19B8F6BF-5375-455C-9EA6-DF929625EA0E}">
        <p15:presenceInfo xmlns:p15="http://schemas.microsoft.com/office/powerpoint/2012/main" userId="Geissler, Domini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8D3B"/>
    <a:srgbClr val="9B8548"/>
    <a:srgbClr val="8C1429"/>
    <a:srgbClr val="96152B"/>
    <a:srgbClr val="861226"/>
    <a:srgbClr val="93152A"/>
    <a:srgbClr val="95152B"/>
    <a:srgbClr val="9F162E"/>
    <a:srgbClr val="861327"/>
    <a:srgbClr val="CA1C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5E2198-2D24-4BFA-B50B-17C90F785F3B}" v="69" dt="2026-03-19T14:16:33.4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873" autoAdjust="0"/>
    <p:restoredTop sz="96323" autoAdjust="0"/>
  </p:normalViewPr>
  <p:slideViewPr>
    <p:cSldViewPr snapToGrid="0">
      <p:cViewPr>
        <p:scale>
          <a:sx n="84" d="100"/>
          <a:sy n="84" d="100"/>
        </p:scale>
        <p:origin x="3426" y="6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tags" Target="tags/tag1.xml"/><Relationship Id="rId6" Type="http://schemas.openxmlformats.org/officeDocument/2006/relationships/commentAuthors" Target="commentAuthors.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6/30/2026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6/30/2026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183265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slideMaster" Target="../slideMasters/slideMaster1.xml"/><Relationship Id="rId6" Type="http://schemas.openxmlformats.org/officeDocument/2006/relationships/oleObject" Target="../embeddings/oleObject2.bin"/><Relationship Id="rId7" Type="http://schemas.openxmlformats.org/officeDocument/2006/relationships/image" Target="../media/image2.emf"/><Relationship Id="rId8" Type="http://schemas.openxmlformats.org/officeDocument/2006/relationships/image" Target="../media/image3.png"/><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7.emf"/><Relationship Id="rId5"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7.emf"/><Relationship Id="rId5"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slideMaster" Target="../slideMasters/slideMaster1.xml"/><Relationship Id="rId5" Type="http://schemas.openxmlformats.org/officeDocument/2006/relationships/oleObject" Target="../embeddings/oleObject4.bin"/><Relationship Id="rId6" Type="http://schemas.openxmlformats.org/officeDocument/2006/relationships/image" Target="../media/image2.emf"/><Relationship Id="rId7"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slideMaster" Target="../slideMasters/slideMaster1.xml"/><Relationship Id="rId6" Type="http://schemas.openxmlformats.org/officeDocument/2006/relationships/oleObject" Target="../embeddings/oleObject5.bin"/><Relationship Id="rId7" Type="http://schemas.openxmlformats.org/officeDocument/2006/relationships/image" Target="../media/image2.emf"/><Relationship Id="rId8" Type="http://schemas.openxmlformats.org/officeDocument/2006/relationships/image" Target="../media/image3.png"/><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7.emf"/><Relationship Id="rId5"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2.emf"/><Relationship Id="rId5"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tags" Target="../tags/tag20.xml"/><Relationship Id="rId4" Type="http://schemas.openxmlformats.org/officeDocument/2006/relationships/slideMaster" Target="../slideMasters/slideMaster1.xml"/><Relationship Id="rId5" Type="http://schemas.openxmlformats.org/officeDocument/2006/relationships/oleObject" Target="../embeddings/oleObject6.bin"/><Relationship Id="rId6" Type="http://schemas.openxmlformats.org/officeDocument/2006/relationships/image" Target="../media/image2.emf"/><Relationship Id="rId7" Type="http://schemas.openxmlformats.org/officeDocument/2006/relationships/image" Target="../media/image4.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tags" Target="../tags/tag22.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Master" Target="../slideMasters/slideMaster1.xml"/><Relationship Id="rId4" Type="http://schemas.openxmlformats.org/officeDocument/2006/relationships/oleObject" Target="../embeddings/oleObject11.bin"/><Relationship Id="rId5"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theme" Target="../theme/theme1.xml"/><Relationship Id="rId69" Type="http://schemas.openxmlformats.org/officeDocument/2006/relationships/tags" Target="../tags/tag2.xml"/><Relationship Id="rId70" Type="http://schemas.openxmlformats.org/officeDocument/2006/relationships/oleObject" Target="../embeddings/oleObject1.bin"/><Relationship Id="rId7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35.xml"/><Relationship Id="rId4" Type="http://schemas.openxmlformats.org/officeDocument/2006/relationships/notesSlide" Target="../notesSlides/notesSlide1.xml"/><Relationship Id="rId5" Type="http://schemas.openxmlformats.org/officeDocument/2006/relationships/oleObject" Target="../embeddings/oleObject16.bin"/><Relationship Id="rId6" Type="http://schemas.openxmlformats.org/officeDocument/2006/relationships/image" Target="../media/image10.emf"/><Relationship Id="rId7"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861327"/>
            </a:gs>
            <a:gs pos="100000">
              <a:srgbClr val="A5172F"/>
            </a:gs>
          </a:gsLst>
          <a:lin ang="8100000" scaled="1"/>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9560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593" y="1244860"/>
            <a:ext cx="3210742" cy="1286636"/>
          </a:xfrm>
          <a:prstGeom prst="rect">
            <a:avLst/>
          </a:prstGeom>
        </p:spPr>
      </p:pic>
      <p:sp>
        <p:nvSpPr>
          <p:cNvPr id="30" name="Rectangle 29" hidden="1"/>
          <p:cNvSpPr/>
          <p:nvPr>
            <p:custDataLst>
              <p:tags r:id="rId2"/>
            </p:custDataLst>
          </p:nvPr>
        </p:nvSpPr>
        <p:spPr bwMode="gray">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dirty="0">
              <a:solidFill>
                <a:srgbClr val="FFFFFF"/>
              </a:solidFill>
              <a:latin typeface="Trebuchet MS" panose="020B0603020202020204" pitchFamily="34" charset="0"/>
              <a:sym typeface="Trebuchet MS" panose="020B0603020202020204" pitchFamily="34" charset="0"/>
            </a:endParaRPr>
          </a:p>
        </p:txBody>
      </p:sp>
      <p:grpSp>
        <p:nvGrpSpPr>
          <p:cNvPr id="2" name="Group 1">
            <a:extLst>
              <a:ext uri="{FF2B5EF4-FFF2-40B4-BE49-F238E27FC236}">
                <a16:creationId xmlns:a16="http://schemas.microsoft.com/office/drawing/2014/main" id="{754712AC-B9A7-4697-AB53-96D66F3C42A9}"/>
              </a:ext>
            </a:extLst>
          </p:cNvPr>
          <p:cNvGrpSpPr/>
          <p:nvPr/>
        </p:nvGrpSpPr>
        <p:grpSpPr>
          <a:xfrm>
            <a:off x="551717" y="3053170"/>
            <a:ext cx="3317161" cy="1448681"/>
            <a:chOff x="551717" y="3338443"/>
            <a:chExt cx="3317161" cy="1448681"/>
          </a:xfrm>
        </p:grpSpPr>
        <p:sp>
          <p:nvSpPr>
            <p:cNvPr id="20" name="TextBox 19"/>
            <p:cNvSpPr txBox="1"/>
            <p:nvPr/>
          </p:nvSpPr>
          <p:spPr>
            <a:xfrm>
              <a:off x="1340377" y="3409447"/>
              <a:ext cx="252850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de-DE" sz="1400" dirty="0">
                  <a:solidFill>
                    <a:srgbClr val="575757"/>
                  </a:solidFill>
                </a:rPr>
                <a:t>07251 300 896</a:t>
              </a:r>
            </a:p>
          </p:txBody>
        </p:sp>
        <p:sp>
          <p:nvSpPr>
            <p:cNvPr id="83" name="TextBox 82">
              <a:extLst>
                <a:ext uri="{FF2B5EF4-FFF2-40B4-BE49-F238E27FC236}">
                  <a16:creationId xmlns:a16="http://schemas.microsoft.com/office/drawing/2014/main" id="{9FA6F2F9-5FA7-430C-90B2-4D932A4EC6E9}"/>
                </a:ext>
              </a:extLst>
            </p:cNvPr>
            <p:cNvSpPr txBox="1"/>
            <p:nvPr/>
          </p:nvSpPr>
          <p:spPr>
            <a:xfrm>
              <a:off x="1340377" y="3908895"/>
              <a:ext cx="252850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de-DE" sz="1400" dirty="0">
                  <a:solidFill>
                    <a:srgbClr val="575757"/>
                  </a:solidFill>
                </a:rPr>
                <a:t>www.loewen-forst.de</a:t>
              </a:r>
            </a:p>
          </p:txBody>
        </p:sp>
        <p:sp>
          <p:nvSpPr>
            <p:cNvPr id="84" name="TextBox 83">
              <a:extLst>
                <a:ext uri="{FF2B5EF4-FFF2-40B4-BE49-F238E27FC236}">
                  <a16:creationId xmlns:a16="http://schemas.microsoft.com/office/drawing/2014/main" id="{C4A51AA9-A3E8-45D9-B4D8-AC0436EE9093}"/>
                </a:ext>
              </a:extLst>
            </p:cNvPr>
            <p:cNvSpPr txBox="1"/>
            <p:nvPr/>
          </p:nvSpPr>
          <p:spPr>
            <a:xfrm>
              <a:off x="1340377" y="4408343"/>
              <a:ext cx="252850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de-DE" sz="1400" dirty="0">
                  <a:solidFill>
                    <a:srgbClr val="575757"/>
                  </a:solidFill>
                </a:rPr>
                <a:t>Kirchstraße 8, 76694 Forst</a:t>
              </a:r>
            </a:p>
          </p:txBody>
        </p:sp>
        <p:grpSp>
          <p:nvGrpSpPr>
            <p:cNvPr id="21" name="bcgIcons_FixedCable">
              <a:extLst>
                <a:ext uri="{FF2B5EF4-FFF2-40B4-BE49-F238E27FC236}">
                  <a16:creationId xmlns:a16="http://schemas.microsoft.com/office/drawing/2014/main" id="{63E8BDF4-9D9F-43A2-AA6B-B7C0BB7497D1}"/>
                </a:ext>
              </a:extLst>
            </p:cNvPr>
            <p:cNvGrpSpPr>
              <a:grpSpLocks noChangeAspect="1"/>
            </p:cNvGrpSpPr>
            <p:nvPr/>
          </p:nvGrpSpPr>
          <p:grpSpPr bwMode="auto">
            <a:xfrm>
              <a:off x="551717" y="3338443"/>
              <a:ext cx="449369" cy="449786"/>
              <a:chOff x="1682" y="0"/>
              <a:chExt cx="4316" cy="4320"/>
            </a:xfrm>
          </p:grpSpPr>
          <p:sp>
            <p:nvSpPr>
              <p:cNvPr id="22" name="AutoShape 28">
                <a:extLst>
                  <a:ext uri="{FF2B5EF4-FFF2-40B4-BE49-F238E27FC236}">
                    <a16:creationId xmlns:a16="http://schemas.microsoft.com/office/drawing/2014/main" id="{DF54F957-EC02-4B9D-A22E-80706B11782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23" name="Freeform 30">
                <a:extLst>
                  <a:ext uri="{FF2B5EF4-FFF2-40B4-BE49-F238E27FC236}">
                    <a16:creationId xmlns:a16="http://schemas.microsoft.com/office/drawing/2014/main" id="{A49E3DD7-1E3B-4E12-B0DD-974EBE31AB72}"/>
                  </a:ext>
                </a:extLst>
              </p:cNvPr>
              <p:cNvSpPr>
                <a:spLocks noEditPoints="1"/>
              </p:cNvSpPr>
              <p:nvPr/>
            </p:nvSpPr>
            <p:spPr bwMode="auto">
              <a:xfrm>
                <a:off x="2422" y="737"/>
                <a:ext cx="3038" cy="3386"/>
              </a:xfrm>
              <a:custGeom>
                <a:avLst/>
                <a:gdLst>
                  <a:gd name="T0" fmla="*/ 1422 w 1622"/>
                  <a:gd name="T1" fmla="*/ 1474 h 1806"/>
                  <a:gd name="T2" fmla="*/ 1471 w 1622"/>
                  <a:gd name="T3" fmla="*/ 1380 h 1806"/>
                  <a:gd name="T4" fmla="*/ 1505 w 1622"/>
                  <a:gd name="T5" fmla="*/ 1408 h 1806"/>
                  <a:gd name="T6" fmla="*/ 1436 w 1622"/>
                  <a:gd name="T7" fmla="*/ 1479 h 1806"/>
                  <a:gd name="T8" fmla="*/ 1549 w 1622"/>
                  <a:gd name="T9" fmla="*/ 1482 h 1806"/>
                  <a:gd name="T10" fmla="*/ 1515 w 1622"/>
                  <a:gd name="T11" fmla="*/ 1454 h 1806"/>
                  <a:gd name="T12" fmla="*/ 1466 w 1622"/>
                  <a:gd name="T13" fmla="*/ 1548 h 1806"/>
                  <a:gd name="T14" fmla="*/ 1497 w 1622"/>
                  <a:gd name="T15" fmla="*/ 1545 h 1806"/>
                  <a:gd name="T16" fmla="*/ 1578 w 1622"/>
                  <a:gd name="T17" fmla="*/ 1556 h 1806"/>
                  <a:gd name="T18" fmla="*/ 1544 w 1622"/>
                  <a:gd name="T19" fmla="*/ 1528 h 1806"/>
                  <a:gd name="T20" fmla="*/ 1495 w 1622"/>
                  <a:gd name="T21" fmla="*/ 1622 h 1806"/>
                  <a:gd name="T22" fmla="*/ 1526 w 1622"/>
                  <a:gd name="T23" fmla="*/ 1619 h 1806"/>
                  <a:gd name="T24" fmla="*/ 1601 w 1622"/>
                  <a:gd name="T25" fmla="*/ 1646 h 1806"/>
                  <a:gd name="T26" fmla="*/ 1567 w 1622"/>
                  <a:gd name="T27" fmla="*/ 1618 h 1806"/>
                  <a:gd name="T28" fmla="*/ 1518 w 1622"/>
                  <a:gd name="T29" fmla="*/ 1711 h 1806"/>
                  <a:gd name="T30" fmla="*/ 1549 w 1622"/>
                  <a:gd name="T31" fmla="*/ 1709 h 1806"/>
                  <a:gd name="T32" fmla="*/ 1614 w 1622"/>
                  <a:gd name="T33" fmla="*/ 1736 h 1806"/>
                  <a:gd name="T34" fmla="*/ 1581 w 1622"/>
                  <a:gd name="T35" fmla="*/ 1707 h 1806"/>
                  <a:gd name="T36" fmla="*/ 1531 w 1622"/>
                  <a:gd name="T37" fmla="*/ 1801 h 1806"/>
                  <a:gd name="T38" fmla="*/ 1562 w 1622"/>
                  <a:gd name="T39" fmla="*/ 1798 h 1806"/>
                  <a:gd name="T40" fmla="*/ 1282 w 1622"/>
                  <a:gd name="T41" fmla="*/ 1486 h 1806"/>
                  <a:gd name="T42" fmla="*/ 1208 w 1622"/>
                  <a:gd name="T43" fmla="*/ 979 h 1806"/>
                  <a:gd name="T44" fmla="*/ 1005 w 1622"/>
                  <a:gd name="T45" fmla="*/ 949 h 1806"/>
                  <a:gd name="T46" fmla="*/ 917 w 1622"/>
                  <a:gd name="T47" fmla="*/ 1140 h 1806"/>
                  <a:gd name="T48" fmla="*/ 620 w 1622"/>
                  <a:gd name="T49" fmla="*/ 896 h 1806"/>
                  <a:gd name="T50" fmla="*/ 383 w 1622"/>
                  <a:gd name="T51" fmla="*/ 625 h 1806"/>
                  <a:gd name="T52" fmla="*/ 406 w 1622"/>
                  <a:gd name="T53" fmla="*/ 592 h 1806"/>
                  <a:gd name="T54" fmla="*/ 571 w 1622"/>
                  <a:gd name="T55" fmla="*/ 427 h 1806"/>
                  <a:gd name="T56" fmla="*/ 330 w 1622"/>
                  <a:gd name="T57" fmla="*/ 21 h 1806"/>
                  <a:gd name="T58" fmla="*/ 28 w 1622"/>
                  <a:gd name="T59" fmla="*/ 235 h 1806"/>
                  <a:gd name="T60" fmla="*/ 392 w 1622"/>
                  <a:gd name="T61" fmla="*/ 1123 h 1806"/>
                  <a:gd name="T62" fmla="*/ 1163 w 1622"/>
                  <a:gd name="T63" fmla="*/ 1499 h 1806"/>
                  <a:gd name="T64" fmla="*/ 169 w 1622"/>
                  <a:gd name="T65" fmla="*/ 130 h 1806"/>
                  <a:gd name="T66" fmla="*/ 443 w 1622"/>
                  <a:gd name="T67" fmla="*/ 208 h 1806"/>
                  <a:gd name="T68" fmla="*/ 409 w 1622"/>
                  <a:gd name="T69" fmla="*/ 548 h 1806"/>
                  <a:gd name="T70" fmla="*/ 347 w 1622"/>
                  <a:gd name="T71" fmla="*/ 651 h 1806"/>
                  <a:gd name="T72" fmla="*/ 864 w 1622"/>
                  <a:gd name="T73" fmla="*/ 1168 h 1806"/>
                  <a:gd name="T74" fmla="*/ 967 w 1622"/>
                  <a:gd name="T75" fmla="*/ 1106 h 1806"/>
                  <a:gd name="T76" fmla="*/ 1307 w 1622"/>
                  <a:gd name="T77" fmla="*/ 1072 h 1806"/>
                  <a:gd name="T78" fmla="*/ 1385 w 1622"/>
                  <a:gd name="T79" fmla="*/ 1346 h 1806"/>
                  <a:gd name="T80" fmla="*/ 1018 w 1622"/>
                  <a:gd name="T81" fmla="*/ 1440 h 1806"/>
                  <a:gd name="T82" fmla="*/ 75 w 1622"/>
                  <a:gd name="T83" fmla="*/ 497 h 1806"/>
                  <a:gd name="T84" fmla="*/ 169 w 1622"/>
                  <a:gd name="T85" fmla="*/ 130 h 1806"/>
                  <a:gd name="T86" fmla="*/ 1031 w 1622"/>
                  <a:gd name="T87" fmla="*/ 984 h 1806"/>
                  <a:gd name="T88" fmla="*/ 1032 w 1622"/>
                  <a:gd name="T89" fmla="*/ 983 h 1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22" h="1806">
                    <a:moveTo>
                      <a:pt x="1436" y="1479"/>
                    </a:moveTo>
                    <a:cubicBezTo>
                      <a:pt x="1431" y="1479"/>
                      <a:pt x="1426" y="1478"/>
                      <a:pt x="1422" y="1474"/>
                    </a:cubicBezTo>
                    <a:cubicBezTo>
                      <a:pt x="1412" y="1466"/>
                      <a:pt x="1411" y="1453"/>
                      <a:pt x="1419" y="1443"/>
                    </a:cubicBezTo>
                    <a:cubicBezTo>
                      <a:pt x="1471" y="1380"/>
                      <a:pt x="1471" y="1380"/>
                      <a:pt x="1471" y="1380"/>
                    </a:cubicBezTo>
                    <a:cubicBezTo>
                      <a:pt x="1479" y="1371"/>
                      <a:pt x="1493" y="1370"/>
                      <a:pt x="1502" y="1378"/>
                    </a:cubicBezTo>
                    <a:cubicBezTo>
                      <a:pt x="1511" y="1385"/>
                      <a:pt x="1513" y="1399"/>
                      <a:pt x="1505" y="1408"/>
                    </a:cubicBezTo>
                    <a:cubicBezTo>
                      <a:pt x="1453" y="1471"/>
                      <a:pt x="1453" y="1471"/>
                      <a:pt x="1453" y="1471"/>
                    </a:cubicBezTo>
                    <a:cubicBezTo>
                      <a:pt x="1448" y="1477"/>
                      <a:pt x="1442" y="1479"/>
                      <a:pt x="1436" y="1479"/>
                    </a:cubicBezTo>
                    <a:close/>
                    <a:moveTo>
                      <a:pt x="1497" y="1545"/>
                    </a:moveTo>
                    <a:cubicBezTo>
                      <a:pt x="1549" y="1482"/>
                      <a:pt x="1549" y="1482"/>
                      <a:pt x="1549" y="1482"/>
                    </a:cubicBezTo>
                    <a:cubicBezTo>
                      <a:pt x="1557" y="1473"/>
                      <a:pt x="1556" y="1459"/>
                      <a:pt x="1546" y="1451"/>
                    </a:cubicBezTo>
                    <a:cubicBezTo>
                      <a:pt x="1537" y="1444"/>
                      <a:pt x="1523" y="1445"/>
                      <a:pt x="1515" y="1454"/>
                    </a:cubicBezTo>
                    <a:cubicBezTo>
                      <a:pt x="1463" y="1517"/>
                      <a:pt x="1463" y="1517"/>
                      <a:pt x="1463" y="1517"/>
                    </a:cubicBezTo>
                    <a:cubicBezTo>
                      <a:pt x="1455" y="1526"/>
                      <a:pt x="1457" y="1540"/>
                      <a:pt x="1466" y="1548"/>
                    </a:cubicBezTo>
                    <a:cubicBezTo>
                      <a:pt x="1470" y="1551"/>
                      <a:pt x="1475" y="1553"/>
                      <a:pt x="1480" y="1553"/>
                    </a:cubicBezTo>
                    <a:cubicBezTo>
                      <a:pt x="1486" y="1553"/>
                      <a:pt x="1493" y="1550"/>
                      <a:pt x="1497" y="1545"/>
                    </a:cubicBezTo>
                    <a:close/>
                    <a:moveTo>
                      <a:pt x="1526" y="1619"/>
                    </a:moveTo>
                    <a:cubicBezTo>
                      <a:pt x="1578" y="1556"/>
                      <a:pt x="1578" y="1556"/>
                      <a:pt x="1578" y="1556"/>
                    </a:cubicBezTo>
                    <a:cubicBezTo>
                      <a:pt x="1586" y="1547"/>
                      <a:pt x="1585" y="1533"/>
                      <a:pt x="1575" y="1525"/>
                    </a:cubicBezTo>
                    <a:cubicBezTo>
                      <a:pt x="1566" y="1517"/>
                      <a:pt x="1552" y="1519"/>
                      <a:pt x="1544" y="1528"/>
                    </a:cubicBezTo>
                    <a:cubicBezTo>
                      <a:pt x="1492" y="1591"/>
                      <a:pt x="1492" y="1591"/>
                      <a:pt x="1492" y="1591"/>
                    </a:cubicBezTo>
                    <a:cubicBezTo>
                      <a:pt x="1485" y="1600"/>
                      <a:pt x="1486" y="1614"/>
                      <a:pt x="1495" y="1622"/>
                    </a:cubicBezTo>
                    <a:cubicBezTo>
                      <a:pt x="1499" y="1625"/>
                      <a:pt x="1504" y="1627"/>
                      <a:pt x="1509" y="1627"/>
                    </a:cubicBezTo>
                    <a:cubicBezTo>
                      <a:pt x="1516" y="1627"/>
                      <a:pt x="1522" y="1624"/>
                      <a:pt x="1526" y="1619"/>
                    </a:cubicBezTo>
                    <a:close/>
                    <a:moveTo>
                      <a:pt x="1549" y="1709"/>
                    </a:moveTo>
                    <a:cubicBezTo>
                      <a:pt x="1601" y="1646"/>
                      <a:pt x="1601" y="1646"/>
                      <a:pt x="1601" y="1646"/>
                    </a:cubicBezTo>
                    <a:cubicBezTo>
                      <a:pt x="1609" y="1636"/>
                      <a:pt x="1608" y="1623"/>
                      <a:pt x="1598" y="1615"/>
                    </a:cubicBezTo>
                    <a:cubicBezTo>
                      <a:pt x="1589" y="1607"/>
                      <a:pt x="1575" y="1608"/>
                      <a:pt x="1567" y="1618"/>
                    </a:cubicBezTo>
                    <a:cubicBezTo>
                      <a:pt x="1515" y="1680"/>
                      <a:pt x="1515" y="1680"/>
                      <a:pt x="1515" y="1680"/>
                    </a:cubicBezTo>
                    <a:cubicBezTo>
                      <a:pt x="1507" y="1690"/>
                      <a:pt x="1509" y="1704"/>
                      <a:pt x="1518" y="1711"/>
                    </a:cubicBezTo>
                    <a:cubicBezTo>
                      <a:pt x="1522" y="1715"/>
                      <a:pt x="1527" y="1717"/>
                      <a:pt x="1532" y="1717"/>
                    </a:cubicBezTo>
                    <a:cubicBezTo>
                      <a:pt x="1538" y="1717"/>
                      <a:pt x="1545" y="1714"/>
                      <a:pt x="1549" y="1709"/>
                    </a:cubicBezTo>
                    <a:close/>
                    <a:moveTo>
                      <a:pt x="1562" y="1798"/>
                    </a:moveTo>
                    <a:cubicBezTo>
                      <a:pt x="1614" y="1736"/>
                      <a:pt x="1614" y="1736"/>
                      <a:pt x="1614" y="1736"/>
                    </a:cubicBezTo>
                    <a:cubicBezTo>
                      <a:pt x="1622" y="1726"/>
                      <a:pt x="1621" y="1712"/>
                      <a:pt x="1612" y="1705"/>
                    </a:cubicBezTo>
                    <a:cubicBezTo>
                      <a:pt x="1602" y="1697"/>
                      <a:pt x="1588" y="1698"/>
                      <a:pt x="1581" y="1707"/>
                    </a:cubicBezTo>
                    <a:cubicBezTo>
                      <a:pt x="1529" y="1770"/>
                      <a:pt x="1529" y="1770"/>
                      <a:pt x="1529" y="1770"/>
                    </a:cubicBezTo>
                    <a:cubicBezTo>
                      <a:pt x="1521" y="1780"/>
                      <a:pt x="1522" y="1793"/>
                      <a:pt x="1531" y="1801"/>
                    </a:cubicBezTo>
                    <a:cubicBezTo>
                      <a:pt x="1536" y="1805"/>
                      <a:pt x="1541" y="1806"/>
                      <a:pt x="1545" y="1806"/>
                    </a:cubicBezTo>
                    <a:cubicBezTo>
                      <a:pt x="1552" y="1806"/>
                      <a:pt x="1558" y="1804"/>
                      <a:pt x="1562" y="1798"/>
                    </a:cubicBezTo>
                    <a:close/>
                    <a:moveTo>
                      <a:pt x="1280" y="1487"/>
                    </a:moveTo>
                    <a:cubicBezTo>
                      <a:pt x="1281" y="1486"/>
                      <a:pt x="1281" y="1486"/>
                      <a:pt x="1282" y="1486"/>
                    </a:cubicBezTo>
                    <a:cubicBezTo>
                      <a:pt x="1342" y="1465"/>
                      <a:pt x="1515" y="1310"/>
                      <a:pt x="1494" y="1185"/>
                    </a:cubicBezTo>
                    <a:cubicBezTo>
                      <a:pt x="1477" y="1084"/>
                      <a:pt x="1235" y="990"/>
                      <a:pt x="1208" y="979"/>
                    </a:cubicBezTo>
                    <a:cubicBezTo>
                      <a:pt x="1163" y="962"/>
                      <a:pt x="1122" y="950"/>
                      <a:pt x="1088" y="944"/>
                    </a:cubicBezTo>
                    <a:cubicBezTo>
                      <a:pt x="1046" y="935"/>
                      <a:pt x="1020" y="937"/>
                      <a:pt x="1005" y="949"/>
                    </a:cubicBezTo>
                    <a:cubicBezTo>
                      <a:pt x="965" y="979"/>
                      <a:pt x="919" y="1039"/>
                      <a:pt x="923" y="1109"/>
                    </a:cubicBezTo>
                    <a:cubicBezTo>
                      <a:pt x="924" y="1130"/>
                      <a:pt x="919" y="1139"/>
                      <a:pt x="917" y="1140"/>
                    </a:cubicBezTo>
                    <a:cubicBezTo>
                      <a:pt x="912" y="1143"/>
                      <a:pt x="901" y="1140"/>
                      <a:pt x="890" y="1132"/>
                    </a:cubicBezTo>
                    <a:cubicBezTo>
                      <a:pt x="876" y="1123"/>
                      <a:pt x="754" y="1036"/>
                      <a:pt x="620" y="896"/>
                    </a:cubicBezTo>
                    <a:cubicBezTo>
                      <a:pt x="620" y="896"/>
                      <a:pt x="619" y="895"/>
                      <a:pt x="619" y="895"/>
                    </a:cubicBezTo>
                    <a:cubicBezTo>
                      <a:pt x="479" y="761"/>
                      <a:pt x="392" y="639"/>
                      <a:pt x="383" y="625"/>
                    </a:cubicBezTo>
                    <a:cubicBezTo>
                      <a:pt x="375" y="614"/>
                      <a:pt x="372" y="603"/>
                      <a:pt x="375" y="598"/>
                    </a:cubicBezTo>
                    <a:cubicBezTo>
                      <a:pt x="376" y="596"/>
                      <a:pt x="385" y="591"/>
                      <a:pt x="406" y="592"/>
                    </a:cubicBezTo>
                    <a:cubicBezTo>
                      <a:pt x="476" y="596"/>
                      <a:pt x="536" y="550"/>
                      <a:pt x="566" y="510"/>
                    </a:cubicBezTo>
                    <a:cubicBezTo>
                      <a:pt x="578" y="495"/>
                      <a:pt x="580" y="469"/>
                      <a:pt x="571" y="427"/>
                    </a:cubicBezTo>
                    <a:cubicBezTo>
                      <a:pt x="565" y="393"/>
                      <a:pt x="553" y="352"/>
                      <a:pt x="536" y="307"/>
                    </a:cubicBezTo>
                    <a:cubicBezTo>
                      <a:pt x="525" y="280"/>
                      <a:pt x="431" y="38"/>
                      <a:pt x="330" y="21"/>
                    </a:cubicBezTo>
                    <a:cubicBezTo>
                      <a:pt x="205" y="0"/>
                      <a:pt x="50" y="173"/>
                      <a:pt x="29" y="233"/>
                    </a:cubicBezTo>
                    <a:cubicBezTo>
                      <a:pt x="29" y="234"/>
                      <a:pt x="29" y="234"/>
                      <a:pt x="28" y="235"/>
                    </a:cubicBezTo>
                    <a:cubicBezTo>
                      <a:pt x="27" y="239"/>
                      <a:pt x="0" y="341"/>
                      <a:pt x="31" y="503"/>
                    </a:cubicBezTo>
                    <a:cubicBezTo>
                      <a:pt x="60" y="650"/>
                      <a:pt x="146" y="877"/>
                      <a:pt x="392" y="1123"/>
                    </a:cubicBezTo>
                    <a:cubicBezTo>
                      <a:pt x="638" y="1369"/>
                      <a:pt x="865" y="1455"/>
                      <a:pt x="1012" y="1484"/>
                    </a:cubicBezTo>
                    <a:cubicBezTo>
                      <a:pt x="1071" y="1495"/>
                      <a:pt x="1121" y="1499"/>
                      <a:pt x="1163" y="1499"/>
                    </a:cubicBezTo>
                    <a:cubicBezTo>
                      <a:pt x="1235" y="1499"/>
                      <a:pt x="1277" y="1487"/>
                      <a:pt x="1280" y="1487"/>
                    </a:cubicBezTo>
                    <a:close/>
                    <a:moveTo>
                      <a:pt x="169" y="130"/>
                    </a:moveTo>
                    <a:cubicBezTo>
                      <a:pt x="227" y="82"/>
                      <a:pt x="283" y="58"/>
                      <a:pt x="323" y="64"/>
                    </a:cubicBezTo>
                    <a:cubicBezTo>
                      <a:pt x="347" y="68"/>
                      <a:pt x="391" y="108"/>
                      <a:pt x="443" y="208"/>
                    </a:cubicBezTo>
                    <a:cubicBezTo>
                      <a:pt x="510" y="336"/>
                      <a:pt x="540" y="463"/>
                      <a:pt x="531" y="483"/>
                    </a:cubicBezTo>
                    <a:cubicBezTo>
                      <a:pt x="526" y="491"/>
                      <a:pt x="477" y="552"/>
                      <a:pt x="409" y="548"/>
                    </a:cubicBezTo>
                    <a:cubicBezTo>
                      <a:pt x="363" y="546"/>
                      <a:pt x="344" y="563"/>
                      <a:pt x="336" y="577"/>
                    </a:cubicBezTo>
                    <a:cubicBezTo>
                      <a:pt x="325" y="598"/>
                      <a:pt x="329" y="625"/>
                      <a:pt x="347" y="651"/>
                    </a:cubicBezTo>
                    <a:cubicBezTo>
                      <a:pt x="357" y="665"/>
                      <a:pt x="446" y="790"/>
                      <a:pt x="588" y="927"/>
                    </a:cubicBezTo>
                    <a:cubicBezTo>
                      <a:pt x="725" y="1069"/>
                      <a:pt x="850" y="1158"/>
                      <a:pt x="864" y="1168"/>
                    </a:cubicBezTo>
                    <a:cubicBezTo>
                      <a:pt x="890" y="1186"/>
                      <a:pt x="917" y="1190"/>
                      <a:pt x="938" y="1179"/>
                    </a:cubicBezTo>
                    <a:cubicBezTo>
                      <a:pt x="952" y="1171"/>
                      <a:pt x="969" y="1152"/>
                      <a:pt x="967" y="1106"/>
                    </a:cubicBezTo>
                    <a:cubicBezTo>
                      <a:pt x="963" y="1038"/>
                      <a:pt x="1024" y="989"/>
                      <a:pt x="1032" y="984"/>
                    </a:cubicBezTo>
                    <a:cubicBezTo>
                      <a:pt x="1052" y="975"/>
                      <a:pt x="1179" y="1005"/>
                      <a:pt x="1307" y="1072"/>
                    </a:cubicBezTo>
                    <a:cubicBezTo>
                      <a:pt x="1407" y="1124"/>
                      <a:pt x="1447" y="1168"/>
                      <a:pt x="1451" y="1192"/>
                    </a:cubicBezTo>
                    <a:cubicBezTo>
                      <a:pt x="1457" y="1232"/>
                      <a:pt x="1433" y="1288"/>
                      <a:pt x="1385" y="1346"/>
                    </a:cubicBezTo>
                    <a:cubicBezTo>
                      <a:pt x="1343" y="1396"/>
                      <a:pt x="1292" y="1436"/>
                      <a:pt x="1268" y="1444"/>
                    </a:cubicBezTo>
                    <a:cubicBezTo>
                      <a:pt x="1259" y="1447"/>
                      <a:pt x="1163" y="1469"/>
                      <a:pt x="1018" y="1440"/>
                    </a:cubicBezTo>
                    <a:cubicBezTo>
                      <a:pt x="877" y="1412"/>
                      <a:pt x="660" y="1329"/>
                      <a:pt x="423" y="1092"/>
                    </a:cubicBezTo>
                    <a:cubicBezTo>
                      <a:pt x="186" y="855"/>
                      <a:pt x="103" y="638"/>
                      <a:pt x="75" y="497"/>
                    </a:cubicBezTo>
                    <a:cubicBezTo>
                      <a:pt x="46" y="352"/>
                      <a:pt x="68" y="256"/>
                      <a:pt x="71" y="247"/>
                    </a:cubicBezTo>
                    <a:cubicBezTo>
                      <a:pt x="79" y="223"/>
                      <a:pt x="119" y="172"/>
                      <a:pt x="169" y="130"/>
                    </a:cubicBezTo>
                    <a:close/>
                    <a:moveTo>
                      <a:pt x="1031" y="984"/>
                    </a:moveTo>
                    <a:cubicBezTo>
                      <a:pt x="1031" y="984"/>
                      <a:pt x="1031" y="984"/>
                      <a:pt x="1031" y="984"/>
                    </a:cubicBezTo>
                    <a:close/>
                    <a:moveTo>
                      <a:pt x="1032" y="983"/>
                    </a:moveTo>
                    <a:cubicBezTo>
                      <a:pt x="1032" y="983"/>
                      <a:pt x="1032" y="983"/>
                      <a:pt x="1032" y="983"/>
                    </a:cubicBezTo>
                    <a:cubicBezTo>
                      <a:pt x="1032" y="983"/>
                      <a:pt x="1032" y="983"/>
                      <a:pt x="1032" y="983"/>
                    </a:cubicBezTo>
                    <a:close/>
                  </a:path>
                </a:pathLst>
              </a:custGeom>
              <a:solidFill>
                <a:srgbClr val="9F8D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24" name="Freeform 31">
                <a:extLst>
                  <a:ext uri="{FF2B5EF4-FFF2-40B4-BE49-F238E27FC236}">
                    <a16:creationId xmlns:a16="http://schemas.microsoft.com/office/drawing/2014/main" id="{EA9632B6-90BB-45D9-BDF3-7EFD0F060E52}"/>
                  </a:ext>
                </a:extLst>
              </p:cNvPr>
              <p:cNvSpPr>
                <a:spLocks noEditPoints="1"/>
              </p:cNvSpPr>
              <p:nvPr/>
            </p:nvSpPr>
            <p:spPr bwMode="auto">
              <a:xfrm>
                <a:off x="2592" y="932"/>
                <a:ext cx="2475" cy="2471"/>
              </a:xfrm>
              <a:custGeom>
                <a:avLst/>
                <a:gdLst>
                  <a:gd name="T0" fmla="*/ 117 w 1321"/>
                  <a:gd name="T1" fmla="*/ 52 h 1318"/>
                  <a:gd name="T2" fmla="*/ 224 w 1321"/>
                  <a:gd name="T3" fmla="*/ 4 h 1318"/>
                  <a:gd name="T4" fmla="*/ 242 w 1321"/>
                  <a:gd name="T5" fmla="*/ 18 h 1318"/>
                  <a:gd name="T6" fmla="*/ 354 w 1321"/>
                  <a:gd name="T7" fmla="*/ 212 h 1318"/>
                  <a:gd name="T8" fmla="*/ 397 w 1321"/>
                  <a:gd name="T9" fmla="*/ 362 h 1318"/>
                  <a:gd name="T10" fmla="*/ 320 w 1321"/>
                  <a:gd name="T11" fmla="*/ 400 h 1318"/>
                  <a:gd name="T12" fmla="*/ 286 w 1321"/>
                  <a:gd name="T13" fmla="*/ 402 h 1318"/>
                  <a:gd name="T14" fmla="*/ 117 w 1321"/>
                  <a:gd name="T15" fmla="*/ 52 h 1318"/>
                  <a:gd name="T16" fmla="*/ 918 w 1321"/>
                  <a:gd name="T17" fmla="*/ 1034 h 1318"/>
                  <a:gd name="T18" fmla="*/ 1268 w 1321"/>
                  <a:gd name="T19" fmla="*/ 1203 h 1318"/>
                  <a:gd name="T20" fmla="*/ 1316 w 1321"/>
                  <a:gd name="T21" fmla="*/ 1096 h 1318"/>
                  <a:gd name="T22" fmla="*/ 1302 w 1321"/>
                  <a:gd name="T23" fmla="*/ 1078 h 1318"/>
                  <a:gd name="T24" fmla="*/ 1108 w 1321"/>
                  <a:gd name="T25" fmla="*/ 966 h 1318"/>
                  <a:gd name="T26" fmla="*/ 958 w 1321"/>
                  <a:gd name="T27" fmla="*/ 923 h 1318"/>
                  <a:gd name="T28" fmla="*/ 920 w 1321"/>
                  <a:gd name="T29" fmla="*/ 1000 h 1318"/>
                  <a:gd name="T30" fmla="*/ 918 w 1321"/>
                  <a:gd name="T31" fmla="*/ 1034 h 1318"/>
                  <a:gd name="T32" fmla="*/ 899 w 1321"/>
                  <a:gd name="T33" fmla="*/ 1085 h 1318"/>
                  <a:gd name="T34" fmla="*/ 868 w 1321"/>
                  <a:gd name="T35" fmla="*/ 1113 h 1318"/>
                  <a:gd name="T36" fmla="*/ 748 w 1321"/>
                  <a:gd name="T37" fmla="*/ 1100 h 1318"/>
                  <a:gd name="T38" fmla="*/ 497 w 1321"/>
                  <a:gd name="T39" fmla="*/ 886 h 1318"/>
                  <a:gd name="T40" fmla="*/ 466 w 1321"/>
                  <a:gd name="T41" fmla="*/ 854 h 1318"/>
                  <a:gd name="T42" fmla="*/ 434 w 1321"/>
                  <a:gd name="T43" fmla="*/ 823 h 1318"/>
                  <a:gd name="T44" fmla="*/ 220 w 1321"/>
                  <a:gd name="T45" fmla="*/ 572 h 1318"/>
                  <a:gd name="T46" fmla="*/ 207 w 1321"/>
                  <a:gd name="T47" fmla="*/ 452 h 1318"/>
                  <a:gd name="T48" fmla="*/ 235 w 1321"/>
                  <a:gd name="T49" fmla="*/ 421 h 1318"/>
                  <a:gd name="T50" fmla="*/ 74 w 1321"/>
                  <a:gd name="T51" fmla="*/ 90 h 1318"/>
                  <a:gd name="T52" fmla="*/ 22 w 1321"/>
                  <a:gd name="T53" fmla="*/ 157 h 1318"/>
                  <a:gd name="T54" fmla="*/ 32 w 1321"/>
                  <a:gd name="T55" fmla="*/ 404 h 1318"/>
                  <a:gd name="T56" fmla="*/ 363 w 1321"/>
                  <a:gd name="T57" fmla="*/ 957 h 1318"/>
                  <a:gd name="T58" fmla="*/ 932 w 1321"/>
                  <a:gd name="T59" fmla="*/ 1292 h 1318"/>
                  <a:gd name="T60" fmla="*/ 1164 w 1321"/>
                  <a:gd name="T61" fmla="*/ 1298 h 1318"/>
                  <a:gd name="T62" fmla="*/ 1230 w 1321"/>
                  <a:gd name="T63" fmla="*/ 1246 h 1318"/>
                  <a:gd name="T64" fmla="*/ 899 w 1321"/>
                  <a:gd name="T65" fmla="*/ 1085 h 1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21" h="1318">
                    <a:moveTo>
                      <a:pt x="117" y="52"/>
                    </a:moveTo>
                    <a:cubicBezTo>
                      <a:pt x="159" y="18"/>
                      <a:pt x="199" y="0"/>
                      <a:pt x="224" y="4"/>
                    </a:cubicBezTo>
                    <a:cubicBezTo>
                      <a:pt x="225" y="4"/>
                      <a:pt x="231" y="8"/>
                      <a:pt x="242" y="18"/>
                    </a:cubicBezTo>
                    <a:cubicBezTo>
                      <a:pt x="277" y="53"/>
                      <a:pt x="319" y="126"/>
                      <a:pt x="354" y="212"/>
                    </a:cubicBezTo>
                    <a:cubicBezTo>
                      <a:pt x="386" y="293"/>
                      <a:pt x="396" y="343"/>
                      <a:pt x="397" y="362"/>
                    </a:cubicBezTo>
                    <a:cubicBezTo>
                      <a:pt x="379" y="382"/>
                      <a:pt x="350" y="402"/>
                      <a:pt x="320" y="400"/>
                    </a:cubicBezTo>
                    <a:cubicBezTo>
                      <a:pt x="307" y="400"/>
                      <a:pt x="296" y="400"/>
                      <a:pt x="286" y="402"/>
                    </a:cubicBezTo>
                    <a:lnTo>
                      <a:pt x="117" y="52"/>
                    </a:lnTo>
                    <a:close/>
                    <a:moveTo>
                      <a:pt x="918" y="1034"/>
                    </a:moveTo>
                    <a:cubicBezTo>
                      <a:pt x="1268" y="1203"/>
                      <a:pt x="1268" y="1203"/>
                      <a:pt x="1268" y="1203"/>
                    </a:cubicBezTo>
                    <a:cubicBezTo>
                      <a:pt x="1298" y="1166"/>
                      <a:pt x="1321" y="1126"/>
                      <a:pt x="1316" y="1096"/>
                    </a:cubicBezTo>
                    <a:cubicBezTo>
                      <a:pt x="1316" y="1095"/>
                      <a:pt x="1312" y="1089"/>
                      <a:pt x="1302" y="1078"/>
                    </a:cubicBezTo>
                    <a:cubicBezTo>
                      <a:pt x="1267" y="1043"/>
                      <a:pt x="1194" y="1001"/>
                      <a:pt x="1108" y="966"/>
                    </a:cubicBezTo>
                    <a:cubicBezTo>
                      <a:pt x="1027" y="934"/>
                      <a:pt x="977" y="924"/>
                      <a:pt x="958" y="923"/>
                    </a:cubicBezTo>
                    <a:cubicBezTo>
                      <a:pt x="938" y="941"/>
                      <a:pt x="918" y="970"/>
                      <a:pt x="920" y="1000"/>
                    </a:cubicBezTo>
                    <a:cubicBezTo>
                      <a:pt x="920" y="1013"/>
                      <a:pt x="920" y="1024"/>
                      <a:pt x="918" y="1034"/>
                    </a:cubicBezTo>
                    <a:close/>
                    <a:moveTo>
                      <a:pt x="899" y="1085"/>
                    </a:moveTo>
                    <a:cubicBezTo>
                      <a:pt x="889" y="1100"/>
                      <a:pt x="877" y="1108"/>
                      <a:pt x="868" y="1113"/>
                    </a:cubicBezTo>
                    <a:cubicBezTo>
                      <a:pt x="833" y="1133"/>
                      <a:pt x="788" y="1128"/>
                      <a:pt x="748" y="1100"/>
                    </a:cubicBezTo>
                    <a:cubicBezTo>
                      <a:pt x="728" y="1086"/>
                      <a:pt x="622" y="1010"/>
                      <a:pt x="497" y="886"/>
                    </a:cubicBezTo>
                    <a:cubicBezTo>
                      <a:pt x="487" y="875"/>
                      <a:pt x="477" y="864"/>
                      <a:pt x="466" y="854"/>
                    </a:cubicBezTo>
                    <a:cubicBezTo>
                      <a:pt x="456" y="843"/>
                      <a:pt x="445" y="833"/>
                      <a:pt x="434" y="823"/>
                    </a:cubicBezTo>
                    <a:cubicBezTo>
                      <a:pt x="310" y="698"/>
                      <a:pt x="234" y="592"/>
                      <a:pt x="220" y="572"/>
                    </a:cubicBezTo>
                    <a:cubicBezTo>
                      <a:pt x="192" y="532"/>
                      <a:pt x="187" y="487"/>
                      <a:pt x="207" y="452"/>
                    </a:cubicBezTo>
                    <a:cubicBezTo>
                      <a:pt x="212" y="443"/>
                      <a:pt x="220" y="431"/>
                      <a:pt x="235" y="421"/>
                    </a:cubicBezTo>
                    <a:cubicBezTo>
                      <a:pt x="74" y="90"/>
                      <a:pt x="74" y="90"/>
                      <a:pt x="74" y="90"/>
                    </a:cubicBezTo>
                    <a:cubicBezTo>
                      <a:pt x="46" y="118"/>
                      <a:pt x="27" y="144"/>
                      <a:pt x="22" y="157"/>
                    </a:cubicBezTo>
                    <a:cubicBezTo>
                      <a:pt x="18" y="173"/>
                      <a:pt x="0" y="265"/>
                      <a:pt x="32" y="404"/>
                    </a:cubicBezTo>
                    <a:cubicBezTo>
                      <a:pt x="74" y="594"/>
                      <a:pt x="186" y="780"/>
                      <a:pt x="363" y="957"/>
                    </a:cubicBezTo>
                    <a:cubicBezTo>
                      <a:pt x="591" y="1185"/>
                      <a:pt x="798" y="1265"/>
                      <a:pt x="932" y="1292"/>
                    </a:cubicBezTo>
                    <a:cubicBezTo>
                      <a:pt x="1061" y="1318"/>
                      <a:pt x="1148" y="1302"/>
                      <a:pt x="1164" y="1298"/>
                    </a:cubicBezTo>
                    <a:cubicBezTo>
                      <a:pt x="1178" y="1292"/>
                      <a:pt x="1204" y="1272"/>
                      <a:pt x="1230" y="1246"/>
                    </a:cubicBezTo>
                    <a:lnTo>
                      <a:pt x="899" y="1085"/>
                    </a:lnTo>
                    <a:close/>
                  </a:path>
                </a:pathLst>
              </a:custGeom>
              <a:solidFill>
                <a:srgbClr val="861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grpSp>
        <p:grpSp>
          <p:nvGrpSpPr>
            <p:cNvPr id="25" name="bcgIcons_Map">
              <a:extLst>
                <a:ext uri="{FF2B5EF4-FFF2-40B4-BE49-F238E27FC236}">
                  <a16:creationId xmlns:a16="http://schemas.microsoft.com/office/drawing/2014/main" id="{0EF42556-F385-494B-88C2-33B3B1A716BF}"/>
                </a:ext>
              </a:extLst>
            </p:cNvPr>
            <p:cNvGrpSpPr>
              <a:grpSpLocks noChangeAspect="1"/>
            </p:cNvGrpSpPr>
            <p:nvPr/>
          </p:nvGrpSpPr>
          <p:grpSpPr bwMode="auto">
            <a:xfrm>
              <a:off x="551717" y="4337338"/>
              <a:ext cx="449369" cy="449786"/>
              <a:chOff x="1682" y="0"/>
              <a:chExt cx="4316" cy="4320"/>
            </a:xfrm>
          </p:grpSpPr>
          <p:sp>
            <p:nvSpPr>
              <p:cNvPr id="26" name="AutoShape 3">
                <a:extLst>
                  <a:ext uri="{FF2B5EF4-FFF2-40B4-BE49-F238E27FC236}">
                    <a16:creationId xmlns:a16="http://schemas.microsoft.com/office/drawing/2014/main" id="{E7558E93-1A51-43E3-B21A-00E7597FF0A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27" name="Freeform 5">
                <a:extLst>
                  <a:ext uri="{FF2B5EF4-FFF2-40B4-BE49-F238E27FC236}">
                    <a16:creationId xmlns:a16="http://schemas.microsoft.com/office/drawing/2014/main" id="{9683158F-C918-482A-87AE-4179F9BBC4F5}"/>
                  </a:ext>
                </a:extLst>
              </p:cNvPr>
              <p:cNvSpPr>
                <a:spLocks noEditPoints="1"/>
              </p:cNvSpPr>
              <p:nvPr/>
            </p:nvSpPr>
            <p:spPr bwMode="auto">
              <a:xfrm>
                <a:off x="2115" y="821"/>
                <a:ext cx="3450" cy="2657"/>
              </a:xfrm>
              <a:custGeom>
                <a:avLst/>
                <a:gdLst>
                  <a:gd name="T0" fmla="*/ 1837 w 1842"/>
                  <a:gd name="T1" fmla="*/ 1409 h 1417"/>
                  <a:gd name="T2" fmla="*/ 1819 w 1842"/>
                  <a:gd name="T3" fmla="*/ 1417 h 1417"/>
                  <a:gd name="T4" fmla="*/ 23 w 1842"/>
                  <a:gd name="T5" fmla="*/ 1417 h 1417"/>
                  <a:gd name="T6" fmla="*/ 5 w 1842"/>
                  <a:gd name="T7" fmla="*/ 1409 h 1417"/>
                  <a:gd name="T8" fmla="*/ 1 w 1842"/>
                  <a:gd name="T9" fmla="*/ 1391 h 1417"/>
                  <a:gd name="T10" fmla="*/ 182 w 1842"/>
                  <a:gd name="T11" fmla="*/ 580 h 1417"/>
                  <a:gd name="T12" fmla="*/ 203 w 1842"/>
                  <a:gd name="T13" fmla="*/ 562 h 1417"/>
                  <a:gd name="T14" fmla="*/ 562 w 1842"/>
                  <a:gd name="T15" fmla="*/ 562 h 1417"/>
                  <a:gd name="T16" fmla="*/ 579 w 1842"/>
                  <a:gd name="T17" fmla="*/ 606 h 1417"/>
                  <a:gd name="T18" fmla="*/ 221 w 1842"/>
                  <a:gd name="T19" fmla="*/ 606 h 1417"/>
                  <a:gd name="T20" fmla="*/ 50 w 1842"/>
                  <a:gd name="T21" fmla="*/ 1373 h 1417"/>
                  <a:gd name="T22" fmla="*/ 1792 w 1842"/>
                  <a:gd name="T23" fmla="*/ 1373 h 1417"/>
                  <a:gd name="T24" fmla="*/ 1621 w 1842"/>
                  <a:gd name="T25" fmla="*/ 606 h 1417"/>
                  <a:gd name="T26" fmla="*/ 1263 w 1842"/>
                  <a:gd name="T27" fmla="*/ 606 h 1417"/>
                  <a:gd name="T28" fmla="*/ 1280 w 1842"/>
                  <a:gd name="T29" fmla="*/ 562 h 1417"/>
                  <a:gd name="T30" fmla="*/ 1639 w 1842"/>
                  <a:gd name="T31" fmla="*/ 562 h 1417"/>
                  <a:gd name="T32" fmla="*/ 1660 w 1842"/>
                  <a:gd name="T33" fmla="*/ 580 h 1417"/>
                  <a:gd name="T34" fmla="*/ 1841 w 1842"/>
                  <a:gd name="T35" fmla="*/ 1391 h 1417"/>
                  <a:gd name="T36" fmla="*/ 1837 w 1842"/>
                  <a:gd name="T37" fmla="*/ 1409 h 1417"/>
                  <a:gd name="T38" fmla="*/ 922 w 1842"/>
                  <a:gd name="T39" fmla="*/ 1128 h 1417"/>
                  <a:gd name="T40" fmla="*/ 960 w 1842"/>
                  <a:gd name="T41" fmla="*/ 1106 h 1417"/>
                  <a:gd name="T42" fmla="*/ 990 w 1842"/>
                  <a:gd name="T43" fmla="*/ 1055 h 1417"/>
                  <a:gd name="T44" fmla="*/ 1133 w 1842"/>
                  <a:gd name="T45" fmla="*/ 787 h 1417"/>
                  <a:gd name="T46" fmla="*/ 1281 w 1842"/>
                  <a:gd name="T47" fmla="*/ 369 h 1417"/>
                  <a:gd name="T48" fmla="*/ 922 w 1842"/>
                  <a:gd name="T49" fmla="*/ 0 h 1417"/>
                  <a:gd name="T50" fmla="*/ 561 w 1842"/>
                  <a:gd name="T51" fmla="*/ 369 h 1417"/>
                  <a:gd name="T52" fmla="*/ 711 w 1842"/>
                  <a:gd name="T53" fmla="*/ 787 h 1417"/>
                  <a:gd name="T54" fmla="*/ 855 w 1842"/>
                  <a:gd name="T55" fmla="*/ 1055 h 1417"/>
                  <a:gd name="T56" fmla="*/ 884 w 1842"/>
                  <a:gd name="T57" fmla="*/ 1106 h 1417"/>
                  <a:gd name="T58" fmla="*/ 922 w 1842"/>
                  <a:gd name="T59" fmla="*/ 1128 h 1417"/>
                  <a:gd name="T60" fmla="*/ 922 w 1842"/>
                  <a:gd name="T61" fmla="*/ 1128 h 1417"/>
                  <a:gd name="T62" fmla="*/ 1237 w 1842"/>
                  <a:gd name="T63" fmla="*/ 369 h 1417"/>
                  <a:gd name="T64" fmla="*/ 1093 w 1842"/>
                  <a:gd name="T65" fmla="*/ 767 h 1417"/>
                  <a:gd name="T66" fmla="*/ 952 w 1842"/>
                  <a:gd name="T67" fmla="*/ 1033 h 1417"/>
                  <a:gd name="T68" fmla="*/ 922 w 1842"/>
                  <a:gd name="T69" fmla="*/ 1084 h 1417"/>
                  <a:gd name="T70" fmla="*/ 893 w 1842"/>
                  <a:gd name="T71" fmla="*/ 1033 h 1417"/>
                  <a:gd name="T72" fmla="*/ 750 w 1842"/>
                  <a:gd name="T73" fmla="*/ 767 h 1417"/>
                  <a:gd name="T74" fmla="*/ 605 w 1842"/>
                  <a:gd name="T75" fmla="*/ 369 h 1417"/>
                  <a:gd name="T76" fmla="*/ 922 w 1842"/>
                  <a:gd name="T77" fmla="*/ 44 h 1417"/>
                  <a:gd name="T78" fmla="*/ 1237 w 1842"/>
                  <a:gd name="T79" fmla="*/ 369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42" h="1417">
                    <a:moveTo>
                      <a:pt x="1837" y="1409"/>
                    </a:moveTo>
                    <a:cubicBezTo>
                      <a:pt x="1832" y="1414"/>
                      <a:pt x="1826" y="1417"/>
                      <a:pt x="1819" y="1417"/>
                    </a:cubicBezTo>
                    <a:cubicBezTo>
                      <a:pt x="23" y="1417"/>
                      <a:pt x="23" y="1417"/>
                      <a:pt x="23" y="1417"/>
                    </a:cubicBezTo>
                    <a:cubicBezTo>
                      <a:pt x="16" y="1417"/>
                      <a:pt x="10" y="1414"/>
                      <a:pt x="5" y="1409"/>
                    </a:cubicBezTo>
                    <a:cubicBezTo>
                      <a:pt x="1" y="1404"/>
                      <a:pt x="0" y="1397"/>
                      <a:pt x="1" y="1391"/>
                    </a:cubicBezTo>
                    <a:cubicBezTo>
                      <a:pt x="182" y="580"/>
                      <a:pt x="182" y="580"/>
                      <a:pt x="182" y="580"/>
                    </a:cubicBezTo>
                    <a:cubicBezTo>
                      <a:pt x="184" y="570"/>
                      <a:pt x="193" y="562"/>
                      <a:pt x="203" y="562"/>
                    </a:cubicBezTo>
                    <a:cubicBezTo>
                      <a:pt x="562" y="562"/>
                      <a:pt x="562" y="562"/>
                      <a:pt x="562" y="562"/>
                    </a:cubicBezTo>
                    <a:cubicBezTo>
                      <a:pt x="567" y="576"/>
                      <a:pt x="573" y="591"/>
                      <a:pt x="579" y="606"/>
                    </a:cubicBezTo>
                    <a:cubicBezTo>
                      <a:pt x="221" y="606"/>
                      <a:pt x="221" y="606"/>
                      <a:pt x="221" y="606"/>
                    </a:cubicBezTo>
                    <a:cubicBezTo>
                      <a:pt x="50" y="1373"/>
                      <a:pt x="50" y="1373"/>
                      <a:pt x="50" y="1373"/>
                    </a:cubicBezTo>
                    <a:cubicBezTo>
                      <a:pt x="1792" y="1373"/>
                      <a:pt x="1792" y="1373"/>
                      <a:pt x="1792" y="1373"/>
                    </a:cubicBezTo>
                    <a:cubicBezTo>
                      <a:pt x="1621" y="606"/>
                      <a:pt x="1621" y="606"/>
                      <a:pt x="1621" y="606"/>
                    </a:cubicBezTo>
                    <a:cubicBezTo>
                      <a:pt x="1263" y="606"/>
                      <a:pt x="1263" y="606"/>
                      <a:pt x="1263" y="606"/>
                    </a:cubicBezTo>
                    <a:cubicBezTo>
                      <a:pt x="1269" y="591"/>
                      <a:pt x="1275" y="576"/>
                      <a:pt x="1280" y="562"/>
                    </a:cubicBezTo>
                    <a:cubicBezTo>
                      <a:pt x="1639" y="562"/>
                      <a:pt x="1639" y="562"/>
                      <a:pt x="1639" y="562"/>
                    </a:cubicBezTo>
                    <a:cubicBezTo>
                      <a:pt x="1649" y="562"/>
                      <a:pt x="1658" y="570"/>
                      <a:pt x="1660" y="580"/>
                    </a:cubicBezTo>
                    <a:cubicBezTo>
                      <a:pt x="1841" y="1391"/>
                      <a:pt x="1841" y="1391"/>
                      <a:pt x="1841" y="1391"/>
                    </a:cubicBezTo>
                    <a:cubicBezTo>
                      <a:pt x="1842" y="1397"/>
                      <a:pt x="1841" y="1404"/>
                      <a:pt x="1837" y="1409"/>
                    </a:cubicBezTo>
                    <a:close/>
                    <a:moveTo>
                      <a:pt x="922" y="1128"/>
                    </a:moveTo>
                    <a:cubicBezTo>
                      <a:pt x="938" y="1128"/>
                      <a:pt x="952" y="1119"/>
                      <a:pt x="960" y="1106"/>
                    </a:cubicBezTo>
                    <a:cubicBezTo>
                      <a:pt x="990" y="1055"/>
                      <a:pt x="990" y="1055"/>
                      <a:pt x="990" y="1055"/>
                    </a:cubicBezTo>
                    <a:cubicBezTo>
                      <a:pt x="990" y="1054"/>
                      <a:pt x="1062" y="930"/>
                      <a:pt x="1133" y="787"/>
                    </a:cubicBezTo>
                    <a:cubicBezTo>
                      <a:pt x="1233" y="585"/>
                      <a:pt x="1281" y="448"/>
                      <a:pt x="1281" y="369"/>
                    </a:cubicBezTo>
                    <a:cubicBezTo>
                      <a:pt x="1281" y="166"/>
                      <a:pt x="1120" y="0"/>
                      <a:pt x="922" y="0"/>
                    </a:cubicBezTo>
                    <a:cubicBezTo>
                      <a:pt x="723" y="0"/>
                      <a:pt x="561" y="166"/>
                      <a:pt x="561" y="369"/>
                    </a:cubicBezTo>
                    <a:cubicBezTo>
                      <a:pt x="561" y="448"/>
                      <a:pt x="610" y="585"/>
                      <a:pt x="711" y="787"/>
                    </a:cubicBezTo>
                    <a:cubicBezTo>
                      <a:pt x="781" y="928"/>
                      <a:pt x="852" y="1050"/>
                      <a:pt x="855" y="1055"/>
                    </a:cubicBezTo>
                    <a:cubicBezTo>
                      <a:pt x="884" y="1106"/>
                      <a:pt x="884" y="1106"/>
                      <a:pt x="884" y="1106"/>
                    </a:cubicBezTo>
                    <a:cubicBezTo>
                      <a:pt x="892" y="1119"/>
                      <a:pt x="906" y="1128"/>
                      <a:pt x="922" y="1128"/>
                    </a:cubicBezTo>
                    <a:cubicBezTo>
                      <a:pt x="922" y="1128"/>
                      <a:pt x="922" y="1128"/>
                      <a:pt x="922" y="1128"/>
                    </a:cubicBezTo>
                    <a:close/>
                    <a:moveTo>
                      <a:pt x="1237" y="369"/>
                    </a:moveTo>
                    <a:cubicBezTo>
                      <a:pt x="1237" y="440"/>
                      <a:pt x="1189" y="574"/>
                      <a:pt x="1093" y="767"/>
                    </a:cubicBezTo>
                    <a:cubicBezTo>
                      <a:pt x="1023" y="909"/>
                      <a:pt x="952" y="1032"/>
                      <a:pt x="952" y="1033"/>
                    </a:cubicBezTo>
                    <a:cubicBezTo>
                      <a:pt x="922" y="1084"/>
                      <a:pt x="922" y="1084"/>
                      <a:pt x="922" y="1084"/>
                    </a:cubicBezTo>
                    <a:cubicBezTo>
                      <a:pt x="893" y="1033"/>
                      <a:pt x="893" y="1033"/>
                      <a:pt x="893" y="1033"/>
                    </a:cubicBezTo>
                    <a:cubicBezTo>
                      <a:pt x="890" y="1028"/>
                      <a:pt x="820" y="907"/>
                      <a:pt x="750" y="767"/>
                    </a:cubicBezTo>
                    <a:cubicBezTo>
                      <a:pt x="654" y="575"/>
                      <a:pt x="605" y="440"/>
                      <a:pt x="605" y="369"/>
                    </a:cubicBezTo>
                    <a:cubicBezTo>
                      <a:pt x="605" y="190"/>
                      <a:pt x="747" y="44"/>
                      <a:pt x="922" y="44"/>
                    </a:cubicBezTo>
                    <a:cubicBezTo>
                      <a:pt x="1096" y="44"/>
                      <a:pt x="1237" y="190"/>
                      <a:pt x="1237" y="369"/>
                    </a:cubicBezTo>
                    <a:close/>
                  </a:path>
                </a:pathLst>
              </a:custGeom>
              <a:solidFill>
                <a:srgbClr val="9F8D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sp>
            <p:nvSpPr>
              <p:cNvPr id="28" name="Freeform 6">
                <a:extLst>
                  <a:ext uri="{FF2B5EF4-FFF2-40B4-BE49-F238E27FC236}">
                    <a16:creationId xmlns:a16="http://schemas.microsoft.com/office/drawing/2014/main" id="{862080C6-E82E-4DBB-A3D7-9C76F6E965F5}"/>
                  </a:ext>
                </a:extLst>
              </p:cNvPr>
              <p:cNvSpPr>
                <a:spLocks noEditPoints="1"/>
              </p:cNvSpPr>
              <p:nvPr/>
            </p:nvSpPr>
            <p:spPr bwMode="auto">
              <a:xfrm>
                <a:off x="3312" y="968"/>
                <a:ext cx="1056" cy="1741"/>
              </a:xfrm>
              <a:custGeom>
                <a:avLst/>
                <a:gdLst>
                  <a:gd name="T0" fmla="*/ 564 w 564"/>
                  <a:gd name="T1" fmla="*/ 291 h 929"/>
                  <a:gd name="T2" fmla="*/ 292 w 564"/>
                  <a:gd name="T3" fmla="*/ 923 h 929"/>
                  <a:gd name="T4" fmla="*/ 274 w 564"/>
                  <a:gd name="T5" fmla="*/ 923 h 929"/>
                  <a:gd name="T6" fmla="*/ 0 w 564"/>
                  <a:gd name="T7" fmla="*/ 291 h 929"/>
                  <a:gd name="T8" fmla="*/ 283 w 564"/>
                  <a:gd name="T9" fmla="*/ 0 h 929"/>
                  <a:gd name="T10" fmla="*/ 564 w 564"/>
                  <a:gd name="T11" fmla="*/ 291 h 929"/>
                  <a:gd name="T12" fmla="*/ 283 w 564"/>
                  <a:gd name="T13" fmla="*/ 181 h 929"/>
                  <a:gd name="T14" fmla="*/ 183 w 564"/>
                  <a:gd name="T15" fmla="*/ 282 h 929"/>
                  <a:gd name="T16" fmla="*/ 283 w 564"/>
                  <a:gd name="T17" fmla="*/ 386 h 929"/>
                  <a:gd name="T18" fmla="*/ 381 w 564"/>
                  <a:gd name="T19" fmla="*/ 282 h 929"/>
                  <a:gd name="T20" fmla="*/ 283 w 564"/>
                  <a:gd name="T21" fmla="*/ 181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4" h="929">
                    <a:moveTo>
                      <a:pt x="564" y="291"/>
                    </a:moveTo>
                    <a:cubicBezTo>
                      <a:pt x="564" y="434"/>
                      <a:pt x="339" y="839"/>
                      <a:pt x="292" y="923"/>
                    </a:cubicBezTo>
                    <a:cubicBezTo>
                      <a:pt x="288" y="929"/>
                      <a:pt x="278" y="929"/>
                      <a:pt x="274" y="923"/>
                    </a:cubicBezTo>
                    <a:cubicBezTo>
                      <a:pt x="227" y="839"/>
                      <a:pt x="0" y="434"/>
                      <a:pt x="0" y="291"/>
                    </a:cubicBezTo>
                    <a:cubicBezTo>
                      <a:pt x="0" y="132"/>
                      <a:pt x="126" y="0"/>
                      <a:pt x="283" y="0"/>
                    </a:cubicBezTo>
                    <a:cubicBezTo>
                      <a:pt x="440" y="0"/>
                      <a:pt x="564" y="132"/>
                      <a:pt x="564" y="291"/>
                    </a:cubicBezTo>
                    <a:close/>
                    <a:moveTo>
                      <a:pt x="283" y="181"/>
                    </a:moveTo>
                    <a:cubicBezTo>
                      <a:pt x="227" y="181"/>
                      <a:pt x="183" y="227"/>
                      <a:pt x="183" y="282"/>
                    </a:cubicBezTo>
                    <a:cubicBezTo>
                      <a:pt x="183" y="340"/>
                      <a:pt x="227" y="386"/>
                      <a:pt x="283" y="386"/>
                    </a:cubicBezTo>
                    <a:cubicBezTo>
                      <a:pt x="336" y="386"/>
                      <a:pt x="381" y="340"/>
                      <a:pt x="381" y="282"/>
                    </a:cubicBezTo>
                    <a:cubicBezTo>
                      <a:pt x="381" y="227"/>
                      <a:pt x="336" y="181"/>
                      <a:pt x="283" y="181"/>
                    </a:cubicBezTo>
                    <a:close/>
                  </a:path>
                </a:pathLst>
              </a:custGeom>
              <a:solidFill>
                <a:srgbClr val="861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1600" dirty="0"/>
              </a:p>
            </p:txBody>
          </p:sp>
        </p:grpSp>
        <p:grpSp>
          <p:nvGrpSpPr>
            <p:cNvPr id="31" name="Group 30"/>
            <p:cNvGrpSpPr>
              <a:grpSpLocks noChangeAspect="1"/>
            </p:cNvGrpSpPr>
            <p:nvPr/>
          </p:nvGrpSpPr>
          <p:grpSpPr>
            <a:xfrm>
              <a:off x="577258" y="3863832"/>
              <a:ext cx="398286" cy="397903"/>
              <a:chOff x="6464300" y="2606675"/>
              <a:chExt cx="1646238" cy="1644650"/>
            </a:xfrm>
          </p:grpSpPr>
          <p:sp>
            <p:nvSpPr>
              <p:cNvPr id="32" name="AutoShape 3"/>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nvGrpSpPr>
              <p:cNvPr id="33" name="Group 32"/>
              <p:cNvGrpSpPr/>
              <p:nvPr/>
            </p:nvGrpSpPr>
            <p:grpSpPr>
              <a:xfrm>
                <a:off x="6634163" y="2776538"/>
                <a:ext cx="1306513" cy="1304925"/>
                <a:chOff x="6634163" y="2776538"/>
                <a:chExt cx="1306513" cy="1304925"/>
              </a:xfrm>
            </p:grpSpPr>
            <p:sp>
              <p:nvSpPr>
                <p:cNvPr id="34" name="Freeform 33"/>
                <p:cNvSpPr>
                  <a:spLocks/>
                </p:cNvSpPr>
                <p:nvPr/>
              </p:nvSpPr>
              <p:spPr bwMode="auto">
                <a:xfrm>
                  <a:off x="6697663" y="2838450"/>
                  <a:ext cx="1179513" cy="1179513"/>
                </a:xfrm>
                <a:custGeom>
                  <a:avLst/>
                  <a:gdLst>
                    <a:gd name="connsiteX0" fmla="*/ 879944 w 1179513"/>
                    <a:gd name="connsiteY0" fmla="*/ 1017588 h 1179513"/>
                    <a:gd name="connsiteX1" fmla="*/ 869939 w 1179513"/>
                    <a:gd name="connsiteY1" fmla="*/ 1047033 h 1179513"/>
                    <a:gd name="connsiteX2" fmla="*/ 883517 w 1179513"/>
                    <a:gd name="connsiteY2" fmla="*/ 1080786 h 1179513"/>
                    <a:gd name="connsiteX3" fmla="*/ 898525 w 1179513"/>
                    <a:gd name="connsiteY3" fmla="*/ 1090840 h 1179513"/>
                    <a:gd name="connsiteX4" fmla="*/ 704850 w 1179513"/>
                    <a:gd name="connsiteY4" fmla="*/ 1168401 h 1179513"/>
                    <a:gd name="connsiteX5" fmla="*/ 769885 w 1179513"/>
                    <a:gd name="connsiteY5" fmla="*/ 1114539 h 1179513"/>
                    <a:gd name="connsiteX6" fmla="*/ 842781 w 1179513"/>
                    <a:gd name="connsiteY6" fmla="*/ 1022615 h 1179513"/>
                    <a:gd name="connsiteX7" fmla="*/ 855645 w 1179513"/>
                    <a:gd name="connsiteY7" fmla="*/ 1024770 h 1179513"/>
                    <a:gd name="connsiteX8" fmla="*/ 879944 w 1179513"/>
                    <a:gd name="connsiteY8" fmla="*/ 1017588 h 1179513"/>
                    <a:gd name="connsiteX9" fmla="*/ 262876 w 1179513"/>
                    <a:gd name="connsiteY9" fmla="*/ 950913 h 1179513"/>
                    <a:gd name="connsiteX10" fmla="*/ 264307 w 1179513"/>
                    <a:gd name="connsiteY10" fmla="*/ 954490 h 1179513"/>
                    <a:gd name="connsiteX11" fmla="*/ 309383 w 1179513"/>
                    <a:gd name="connsiteY11" fmla="*/ 974522 h 1179513"/>
                    <a:gd name="connsiteX12" fmla="*/ 311530 w 1179513"/>
                    <a:gd name="connsiteY12" fmla="*/ 974522 h 1179513"/>
                    <a:gd name="connsiteX13" fmla="*/ 312961 w 1179513"/>
                    <a:gd name="connsiteY13" fmla="*/ 975953 h 1179513"/>
                    <a:gd name="connsiteX14" fmla="*/ 411699 w 1179513"/>
                    <a:gd name="connsiteY14" fmla="*/ 1118322 h 1179513"/>
                    <a:gd name="connsiteX15" fmla="*/ 474662 w 1179513"/>
                    <a:gd name="connsiteY15" fmla="*/ 1168401 h 1179513"/>
                    <a:gd name="connsiteX16" fmla="*/ 169862 w 1179513"/>
                    <a:gd name="connsiteY16" fmla="*/ 1003139 h 1179513"/>
                    <a:gd name="connsiteX17" fmla="*/ 259299 w 1179513"/>
                    <a:gd name="connsiteY17" fmla="*/ 953059 h 1179513"/>
                    <a:gd name="connsiteX18" fmla="*/ 262876 w 1179513"/>
                    <a:gd name="connsiteY18" fmla="*/ 950913 h 1179513"/>
                    <a:gd name="connsiteX19" fmla="*/ 626998 w 1179513"/>
                    <a:gd name="connsiteY19" fmla="*/ 903288 h 1179513"/>
                    <a:gd name="connsiteX20" fmla="*/ 630581 w 1179513"/>
                    <a:gd name="connsiteY20" fmla="*/ 903288 h 1179513"/>
                    <a:gd name="connsiteX21" fmla="*/ 745956 w 1179513"/>
                    <a:gd name="connsiteY21" fmla="*/ 910426 h 1179513"/>
                    <a:gd name="connsiteX22" fmla="*/ 759572 w 1179513"/>
                    <a:gd name="connsiteY22" fmla="*/ 941831 h 1179513"/>
                    <a:gd name="connsiteX23" fmla="*/ 793253 w 1179513"/>
                    <a:gd name="connsiteY23" fmla="*/ 956106 h 1179513"/>
                    <a:gd name="connsiteX24" fmla="*/ 821917 w 1179513"/>
                    <a:gd name="connsiteY24" fmla="*/ 946114 h 1179513"/>
                    <a:gd name="connsiteX25" fmla="*/ 822634 w 1179513"/>
                    <a:gd name="connsiteY25" fmla="*/ 1010352 h 1179513"/>
                    <a:gd name="connsiteX26" fmla="*/ 825500 w 1179513"/>
                    <a:gd name="connsiteY26" fmla="*/ 1013207 h 1179513"/>
                    <a:gd name="connsiteX27" fmla="*/ 758855 w 1179513"/>
                    <a:gd name="connsiteY27" fmla="*/ 1098145 h 1179513"/>
                    <a:gd name="connsiteX28" fmla="*/ 644197 w 1179513"/>
                    <a:gd name="connsiteY28" fmla="*/ 1175944 h 1179513"/>
                    <a:gd name="connsiteX29" fmla="*/ 596900 w 1179513"/>
                    <a:gd name="connsiteY29" fmla="*/ 1179513 h 1179513"/>
                    <a:gd name="connsiteX30" fmla="*/ 596900 w 1179513"/>
                    <a:gd name="connsiteY30" fmla="*/ 936121 h 1179513"/>
                    <a:gd name="connsiteX31" fmla="*/ 599050 w 1179513"/>
                    <a:gd name="connsiteY31" fmla="*/ 936121 h 1179513"/>
                    <a:gd name="connsiteX32" fmla="*/ 626998 w 1179513"/>
                    <a:gd name="connsiteY32" fmla="*/ 904716 h 1179513"/>
                    <a:gd name="connsiteX33" fmla="*/ 626998 w 1179513"/>
                    <a:gd name="connsiteY33" fmla="*/ 903288 h 1179513"/>
                    <a:gd name="connsiteX34" fmla="*/ 543242 w 1179513"/>
                    <a:gd name="connsiteY34" fmla="*/ 903288 h 1179513"/>
                    <a:gd name="connsiteX35" fmla="*/ 546114 w 1179513"/>
                    <a:gd name="connsiteY35" fmla="*/ 903288 h 1179513"/>
                    <a:gd name="connsiteX36" fmla="*/ 546114 w 1179513"/>
                    <a:gd name="connsiteY36" fmla="*/ 904716 h 1179513"/>
                    <a:gd name="connsiteX37" fmla="*/ 574827 w 1179513"/>
                    <a:gd name="connsiteY37" fmla="*/ 936121 h 1179513"/>
                    <a:gd name="connsiteX38" fmla="*/ 576262 w 1179513"/>
                    <a:gd name="connsiteY38" fmla="*/ 936121 h 1179513"/>
                    <a:gd name="connsiteX39" fmla="*/ 576262 w 1179513"/>
                    <a:gd name="connsiteY39" fmla="*/ 1179513 h 1179513"/>
                    <a:gd name="connsiteX40" fmla="*/ 536064 w 1179513"/>
                    <a:gd name="connsiteY40" fmla="*/ 1175944 h 1179513"/>
                    <a:gd name="connsiteX41" fmla="*/ 424083 w 1179513"/>
                    <a:gd name="connsiteY41" fmla="*/ 1099572 h 1179513"/>
                    <a:gd name="connsiteX42" fmla="*/ 330766 w 1179513"/>
                    <a:gd name="connsiteY42" fmla="*/ 964671 h 1179513"/>
                    <a:gd name="connsiteX43" fmla="*/ 328612 w 1179513"/>
                    <a:gd name="connsiteY43" fmla="*/ 963244 h 1179513"/>
                    <a:gd name="connsiteX44" fmla="*/ 330766 w 1179513"/>
                    <a:gd name="connsiteY44" fmla="*/ 961103 h 1179513"/>
                    <a:gd name="connsiteX45" fmla="*/ 340815 w 1179513"/>
                    <a:gd name="connsiteY45" fmla="*/ 931125 h 1179513"/>
                    <a:gd name="connsiteX46" fmla="*/ 340815 w 1179513"/>
                    <a:gd name="connsiteY46" fmla="*/ 928270 h 1179513"/>
                    <a:gd name="connsiteX47" fmla="*/ 343687 w 1179513"/>
                    <a:gd name="connsiteY47" fmla="*/ 926128 h 1179513"/>
                    <a:gd name="connsiteX48" fmla="*/ 543242 w 1179513"/>
                    <a:gd name="connsiteY48" fmla="*/ 903288 h 1179513"/>
                    <a:gd name="connsiteX49" fmla="*/ 988495 w 1179513"/>
                    <a:gd name="connsiteY49" fmla="*/ 879475 h 1179513"/>
                    <a:gd name="connsiteX50" fmla="*/ 1046163 w 1179513"/>
                    <a:gd name="connsiteY50" fmla="*/ 887035 h 1179513"/>
                    <a:gd name="connsiteX51" fmla="*/ 988495 w 1179513"/>
                    <a:gd name="connsiteY51" fmla="*/ 880231 h 1179513"/>
                    <a:gd name="connsiteX52" fmla="*/ 920734 w 1179513"/>
                    <a:gd name="connsiteY52" fmla="*/ 890058 h 1179513"/>
                    <a:gd name="connsiteX53" fmla="*/ 904875 w 1179513"/>
                    <a:gd name="connsiteY53" fmla="*/ 895350 h 1179513"/>
                    <a:gd name="connsiteX54" fmla="*/ 922176 w 1179513"/>
                    <a:gd name="connsiteY54" fmla="*/ 889303 h 1179513"/>
                    <a:gd name="connsiteX55" fmla="*/ 988495 w 1179513"/>
                    <a:gd name="connsiteY55" fmla="*/ 879475 h 1179513"/>
                    <a:gd name="connsiteX56" fmla="*/ 975138 w 1179513"/>
                    <a:gd name="connsiteY56" fmla="*/ 588963 h 1179513"/>
                    <a:gd name="connsiteX57" fmla="*/ 1179513 w 1179513"/>
                    <a:gd name="connsiteY57" fmla="*/ 588963 h 1179513"/>
                    <a:gd name="connsiteX58" fmla="*/ 1179513 w 1179513"/>
                    <a:gd name="connsiteY58" fmla="*/ 590384 h 1179513"/>
                    <a:gd name="connsiteX59" fmla="*/ 1133226 w 1179513"/>
                    <a:gd name="connsiteY59" fmla="*/ 819151 h 1179513"/>
                    <a:gd name="connsiteX60" fmla="*/ 987956 w 1179513"/>
                    <a:gd name="connsiteY60" fmla="*/ 785049 h 1179513"/>
                    <a:gd name="connsiteX61" fmla="*/ 930275 w 1179513"/>
                    <a:gd name="connsiteY61" fmla="*/ 790733 h 1179513"/>
                    <a:gd name="connsiteX62" fmla="*/ 948790 w 1179513"/>
                    <a:gd name="connsiteY62" fmla="*/ 620223 h 1179513"/>
                    <a:gd name="connsiteX63" fmla="*/ 948790 w 1179513"/>
                    <a:gd name="connsiteY63" fmla="*/ 616671 h 1179513"/>
                    <a:gd name="connsiteX64" fmla="*/ 950214 w 1179513"/>
                    <a:gd name="connsiteY64" fmla="*/ 616671 h 1179513"/>
                    <a:gd name="connsiteX65" fmla="*/ 973714 w 1179513"/>
                    <a:gd name="connsiteY65" fmla="*/ 591805 h 1179513"/>
                    <a:gd name="connsiteX66" fmla="*/ 975138 w 1179513"/>
                    <a:gd name="connsiteY66" fmla="*/ 588963 h 1179513"/>
                    <a:gd name="connsiteX67" fmla="*/ 626918 w 1179513"/>
                    <a:gd name="connsiteY67" fmla="*/ 588963 h 1179513"/>
                    <a:gd name="connsiteX68" fmla="*/ 895653 w 1179513"/>
                    <a:gd name="connsiteY68" fmla="*/ 588963 h 1179513"/>
                    <a:gd name="connsiteX69" fmla="*/ 895653 w 1179513"/>
                    <a:gd name="connsiteY69" fmla="*/ 591814 h 1179513"/>
                    <a:gd name="connsiteX70" fmla="*/ 925671 w 1179513"/>
                    <a:gd name="connsiteY70" fmla="*/ 618896 h 1179513"/>
                    <a:gd name="connsiteX71" fmla="*/ 927100 w 1179513"/>
                    <a:gd name="connsiteY71" fmla="*/ 618896 h 1179513"/>
                    <a:gd name="connsiteX72" fmla="*/ 927100 w 1179513"/>
                    <a:gd name="connsiteY72" fmla="*/ 621746 h 1179513"/>
                    <a:gd name="connsiteX73" fmla="*/ 907803 w 1179513"/>
                    <a:gd name="connsiteY73" fmla="*/ 795640 h 1179513"/>
                    <a:gd name="connsiteX74" fmla="*/ 894223 w 1179513"/>
                    <a:gd name="connsiteY74" fmla="*/ 799916 h 1179513"/>
                    <a:gd name="connsiteX75" fmla="*/ 759856 w 1179513"/>
                    <a:gd name="connsiteY75" fmla="*/ 875460 h 1179513"/>
                    <a:gd name="connsiteX76" fmla="*/ 749850 w 1179513"/>
                    <a:gd name="connsiteY76" fmla="*/ 889001 h 1179513"/>
                    <a:gd name="connsiteX77" fmla="*/ 629063 w 1179513"/>
                    <a:gd name="connsiteY77" fmla="*/ 881162 h 1179513"/>
                    <a:gd name="connsiteX78" fmla="*/ 626918 w 1179513"/>
                    <a:gd name="connsiteY78" fmla="*/ 881162 h 1179513"/>
                    <a:gd name="connsiteX79" fmla="*/ 625489 w 1179513"/>
                    <a:gd name="connsiteY79" fmla="*/ 878311 h 1179513"/>
                    <a:gd name="connsiteX80" fmla="*/ 599044 w 1179513"/>
                    <a:gd name="connsiteY80" fmla="*/ 853367 h 1179513"/>
                    <a:gd name="connsiteX81" fmla="*/ 596900 w 1179513"/>
                    <a:gd name="connsiteY81" fmla="*/ 851229 h 1179513"/>
                    <a:gd name="connsiteX82" fmla="*/ 596900 w 1179513"/>
                    <a:gd name="connsiteY82" fmla="*/ 618896 h 1179513"/>
                    <a:gd name="connsiteX83" fmla="*/ 599044 w 1179513"/>
                    <a:gd name="connsiteY83" fmla="*/ 616758 h 1179513"/>
                    <a:gd name="connsiteX84" fmla="*/ 625489 w 1179513"/>
                    <a:gd name="connsiteY84" fmla="*/ 591814 h 1179513"/>
                    <a:gd name="connsiteX85" fmla="*/ 626918 w 1179513"/>
                    <a:gd name="connsiteY85" fmla="*/ 588963 h 1179513"/>
                    <a:gd name="connsiteX86" fmla="*/ 282272 w 1179513"/>
                    <a:gd name="connsiteY86" fmla="*/ 588963 h 1179513"/>
                    <a:gd name="connsiteX87" fmla="*/ 548298 w 1179513"/>
                    <a:gd name="connsiteY87" fmla="*/ 588963 h 1179513"/>
                    <a:gd name="connsiteX88" fmla="*/ 548298 w 1179513"/>
                    <a:gd name="connsiteY88" fmla="*/ 591817 h 1179513"/>
                    <a:gd name="connsiteX89" fmla="*/ 574829 w 1179513"/>
                    <a:gd name="connsiteY89" fmla="*/ 616789 h 1179513"/>
                    <a:gd name="connsiteX90" fmla="*/ 576263 w 1179513"/>
                    <a:gd name="connsiteY90" fmla="*/ 618929 h 1179513"/>
                    <a:gd name="connsiteX91" fmla="*/ 576263 w 1179513"/>
                    <a:gd name="connsiteY91" fmla="*/ 851525 h 1179513"/>
                    <a:gd name="connsiteX92" fmla="*/ 574829 w 1179513"/>
                    <a:gd name="connsiteY92" fmla="*/ 853665 h 1179513"/>
                    <a:gd name="connsiteX93" fmla="*/ 548298 w 1179513"/>
                    <a:gd name="connsiteY93" fmla="*/ 878637 h 1179513"/>
                    <a:gd name="connsiteX94" fmla="*/ 548298 w 1179513"/>
                    <a:gd name="connsiteY94" fmla="*/ 881491 h 1179513"/>
                    <a:gd name="connsiteX95" fmla="*/ 544713 w 1179513"/>
                    <a:gd name="connsiteY95" fmla="*/ 881491 h 1179513"/>
                    <a:gd name="connsiteX96" fmla="*/ 336051 w 1179513"/>
                    <a:gd name="connsiteY96" fmla="*/ 906463 h 1179513"/>
                    <a:gd name="connsiteX97" fmla="*/ 333900 w 1179513"/>
                    <a:gd name="connsiteY97" fmla="*/ 906463 h 1179513"/>
                    <a:gd name="connsiteX98" fmla="*/ 332466 w 1179513"/>
                    <a:gd name="connsiteY98" fmla="*/ 905036 h 1179513"/>
                    <a:gd name="connsiteX99" fmla="*/ 302350 w 1179513"/>
                    <a:gd name="connsiteY99" fmla="*/ 888626 h 1179513"/>
                    <a:gd name="connsiteX100" fmla="*/ 300915 w 1179513"/>
                    <a:gd name="connsiteY100" fmla="*/ 888626 h 1179513"/>
                    <a:gd name="connsiteX101" fmla="*/ 298764 w 1179513"/>
                    <a:gd name="connsiteY101" fmla="*/ 886486 h 1179513"/>
                    <a:gd name="connsiteX102" fmla="*/ 257175 w 1179513"/>
                    <a:gd name="connsiteY102" fmla="*/ 618929 h 1179513"/>
                    <a:gd name="connsiteX103" fmla="*/ 257175 w 1179513"/>
                    <a:gd name="connsiteY103" fmla="*/ 616789 h 1179513"/>
                    <a:gd name="connsiteX104" fmla="*/ 258609 w 1179513"/>
                    <a:gd name="connsiteY104" fmla="*/ 615362 h 1179513"/>
                    <a:gd name="connsiteX105" fmla="*/ 282272 w 1179513"/>
                    <a:gd name="connsiteY105" fmla="*/ 591817 h 1179513"/>
                    <a:gd name="connsiteX106" fmla="*/ 282272 w 1179513"/>
                    <a:gd name="connsiteY106" fmla="*/ 588963 h 1179513"/>
                    <a:gd name="connsiteX107" fmla="*/ 0 w 1179513"/>
                    <a:gd name="connsiteY107" fmla="*/ 588963 h 1179513"/>
                    <a:gd name="connsiteX108" fmla="*/ 202940 w 1179513"/>
                    <a:gd name="connsiteY108" fmla="*/ 588963 h 1179513"/>
                    <a:gd name="connsiteX109" fmla="*/ 205084 w 1179513"/>
                    <a:gd name="connsiteY109" fmla="*/ 591813 h 1179513"/>
                    <a:gd name="connsiteX110" fmla="*/ 235096 w 1179513"/>
                    <a:gd name="connsiteY110" fmla="*/ 618889 h 1179513"/>
                    <a:gd name="connsiteX111" fmla="*/ 237954 w 1179513"/>
                    <a:gd name="connsiteY111" fmla="*/ 620314 h 1179513"/>
                    <a:gd name="connsiteX112" fmla="*/ 237954 w 1179513"/>
                    <a:gd name="connsiteY112" fmla="*/ 621739 h 1179513"/>
                    <a:gd name="connsiteX113" fmla="*/ 279400 w 1179513"/>
                    <a:gd name="connsiteY113" fmla="*/ 891073 h 1179513"/>
                    <a:gd name="connsiteX114" fmla="*/ 279400 w 1179513"/>
                    <a:gd name="connsiteY114" fmla="*/ 893210 h 1179513"/>
                    <a:gd name="connsiteX115" fmla="*/ 277971 w 1179513"/>
                    <a:gd name="connsiteY115" fmla="*/ 894635 h 1179513"/>
                    <a:gd name="connsiteX116" fmla="*/ 257963 w 1179513"/>
                    <a:gd name="connsiteY116" fmla="*/ 928124 h 1179513"/>
                    <a:gd name="connsiteX117" fmla="*/ 257963 w 1179513"/>
                    <a:gd name="connsiteY117" fmla="*/ 929549 h 1179513"/>
                    <a:gd name="connsiteX118" fmla="*/ 256533 w 1179513"/>
                    <a:gd name="connsiteY118" fmla="*/ 930974 h 1179513"/>
                    <a:gd name="connsiteX119" fmla="*/ 155063 w 1179513"/>
                    <a:gd name="connsiteY119" fmla="*/ 985838 h 1179513"/>
                    <a:gd name="connsiteX120" fmla="*/ 0 w 1179513"/>
                    <a:gd name="connsiteY120" fmla="*/ 590388 h 1179513"/>
                    <a:gd name="connsiteX121" fmla="*/ 0 w 1179513"/>
                    <a:gd name="connsiteY121" fmla="*/ 588963 h 1179513"/>
                    <a:gd name="connsiteX122" fmla="*/ 832043 w 1179513"/>
                    <a:gd name="connsiteY122" fmla="*/ 258763 h 1179513"/>
                    <a:gd name="connsiteX123" fmla="*/ 833472 w 1179513"/>
                    <a:gd name="connsiteY123" fmla="*/ 258763 h 1179513"/>
                    <a:gd name="connsiteX124" fmla="*/ 835616 w 1179513"/>
                    <a:gd name="connsiteY124" fmla="*/ 260192 h 1179513"/>
                    <a:gd name="connsiteX125" fmla="*/ 882073 w 1179513"/>
                    <a:gd name="connsiteY125" fmla="*/ 281629 h 1179513"/>
                    <a:gd name="connsiteX126" fmla="*/ 885647 w 1179513"/>
                    <a:gd name="connsiteY126" fmla="*/ 280200 h 1179513"/>
                    <a:gd name="connsiteX127" fmla="*/ 885647 w 1179513"/>
                    <a:gd name="connsiteY127" fmla="*/ 283773 h 1179513"/>
                    <a:gd name="connsiteX128" fmla="*/ 927100 w 1179513"/>
                    <a:gd name="connsiteY128" fmla="*/ 530296 h 1179513"/>
                    <a:gd name="connsiteX129" fmla="*/ 927100 w 1179513"/>
                    <a:gd name="connsiteY129" fmla="*/ 533868 h 1179513"/>
                    <a:gd name="connsiteX130" fmla="*/ 925671 w 1179513"/>
                    <a:gd name="connsiteY130" fmla="*/ 533868 h 1179513"/>
                    <a:gd name="connsiteX131" fmla="*/ 893508 w 1179513"/>
                    <a:gd name="connsiteY131" fmla="*/ 565309 h 1179513"/>
                    <a:gd name="connsiteX132" fmla="*/ 893508 w 1179513"/>
                    <a:gd name="connsiteY132" fmla="*/ 566738 h 1179513"/>
                    <a:gd name="connsiteX133" fmla="*/ 626918 w 1179513"/>
                    <a:gd name="connsiteY133" fmla="*/ 566738 h 1179513"/>
                    <a:gd name="connsiteX134" fmla="*/ 626918 w 1179513"/>
                    <a:gd name="connsiteY134" fmla="*/ 565309 h 1179513"/>
                    <a:gd name="connsiteX135" fmla="*/ 599044 w 1179513"/>
                    <a:gd name="connsiteY135" fmla="*/ 533868 h 1179513"/>
                    <a:gd name="connsiteX136" fmla="*/ 596900 w 1179513"/>
                    <a:gd name="connsiteY136" fmla="*/ 533868 h 1179513"/>
                    <a:gd name="connsiteX137" fmla="*/ 596900 w 1179513"/>
                    <a:gd name="connsiteY137" fmla="*/ 313784 h 1179513"/>
                    <a:gd name="connsiteX138" fmla="*/ 599044 w 1179513"/>
                    <a:gd name="connsiteY138" fmla="*/ 311641 h 1179513"/>
                    <a:gd name="connsiteX139" fmla="*/ 626918 w 1179513"/>
                    <a:gd name="connsiteY139" fmla="*/ 283773 h 1179513"/>
                    <a:gd name="connsiteX140" fmla="*/ 626918 w 1179513"/>
                    <a:gd name="connsiteY140" fmla="*/ 280200 h 1179513"/>
                    <a:gd name="connsiteX141" fmla="*/ 630492 w 1179513"/>
                    <a:gd name="connsiteY141" fmla="*/ 280200 h 1179513"/>
                    <a:gd name="connsiteX142" fmla="*/ 832043 w 1179513"/>
                    <a:gd name="connsiteY142" fmla="*/ 258763 h 1179513"/>
                    <a:gd name="connsiteX143" fmla="*/ 336051 w 1179513"/>
                    <a:gd name="connsiteY143" fmla="*/ 255588 h 1179513"/>
                    <a:gd name="connsiteX144" fmla="*/ 337485 w 1179513"/>
                    <a:gd name="connsiteY144" fmla="*/ 255588 h 1179513"/>
                    <a:gd name="connsiteX145" fmla="*/ 544713 w 1179513"/>
                    <a:gd name="connsiteY145" fmla="*/ 280566 h 1179513"/>
                    <a:gd name="connsiteX146" fmla="*/ 546147 w 1179513"/>
                    <a:gd name="connsiteY146" fmla="*/ 280566 h 1179513"/>
                    <a:gd name="connsiteX147" fmla="*/ 548298 w 1179513"/>
                    <a:gd name="connsiteY147" fmla="*/ 281993 h 1179513"/>
                    <a:gd name="connsiteX148" fmla="*/ 574829 w 1179513"/>
                    <a:gd name="connsiteY148" fmla="*/ 311966 h 1179513"/>
                    <a:gd name="connsiteX149" fmla="*/ 576263 w 1179513"/>
                    <a:gd name="connsiteY149" fmla="*/ 314107 h 1179513"/>
                    <a:gd name="connsiteX150" fmla="*/ 576263 w 1179513"/>
                    <a:gd name="connsiteY150" fmla="*/ 533910 h 1179513"/>
                    <a:gd name="connsiteX151" fmla="*/ 574829 w 1179513"/>
                    <a:gd name="connsiteY151" fmla="*/ 533910 h 1179513"/>
                    <a:gd name="connsiteX152" fmla="*/ 546147 w 1179513"/>
                    <a:gd name="connsiteY152" fmla="*/ 565311 h 1179513"/>
                    <a:gd name="connsiteX153" fmla="*/ 546147 w 1179513"/>
                    <a:gd name="connsiteY153" fmla="*/ 566738 h 1179513"/>
                    <a:gd name="connsiteX154" fmla="*/ 283706 w 1179513"/>
                    <a:gd name="connsiteY154" fmla="*/ 566738 h 1179513"/>
                    <a:gd name="connsiteX155" fmla="*/ 283706 w 1179513"/>
                    <a:gd name="connsiteY155" fmla="*/ 565311 h 1179513"/>
                    <a:gd name="connsiteX156" fmla="*/ 260761 w 1179513"/>
                    <a:gd name="connsiteY156" fmla="*/ 536765 h 1179513"/>
                    <a:gd name="connsiteX157" fmla="*/ 257175 w 1179513"/>
                    <a:gd name="connsiteY157" fmla="*/ 535338 h 1179513"/>
                    <a:gd name="connsiteX158" fmla="*/ 257175 w 1179513"/>
                    <a:gd name="connsiteY158" fmla="*/ 533910 h 1179513"/>
                    <a:gd name="connsiteX159" fmla="*/ 298764 w 1179513"/>
                    <a:gd name="connsiteY159" fmla="*/ 279138 h 1179513"/>
                    <a:gd name="connsiteX160" fmla="*/ 298764 w 1179513"/>
                    <a:gd name="connsiteY160" fmla="*/ 276998 h 1179513"/>
                    <a:gd name="connsiteX161" fmla="*/ 302350 w 1179513"/>
                    <a:gd name="connsiteY161" fmla="*/ 276998 h 1179513"/>
                    <a:gd name="connsiteX162" fmla="*/ 333900 w 1179513"/>
                    <a:gd name="connsiteY162" fmla="*/ 257015 h 1179513"/>
                    <a:gd name="connsiteX163" fmla="*/ 336051 w 1179513"/>
                    <a:gd name="connsiteY163" fmla="*/ 255588 h 1179513"/>
                    <a:gd name="connsiteX164" fmla="*/ 1019471 w 1179513"/>
                    <a:gd name="connsiteY164" fmla="*/ 187325 h 1179513"/>
                    <a:gd name="connsiteX165" fmla="*/ 1177925 w 1179513"/>
                    <a:gd name="connsiteY165" fmla="*/ 566738 h 1179513"/>
                    <a:gd name="connsiteX166" fmla="*/ 974504 w 1179513"/>
                    <a:gd name="connsiteY166" fmla="*/ 566738 h 1179513"/>
                    <a:gd name="connsiteX167" fmla="*/ 974504 w 1179513"/>
                    <a:gd name="connsiteY167" fmla="*/ 565312 h 1179513"/>
                    <a:gd name="connsiteX168" fmla="*/ 949522 w 1179513"/>
                    <a:gd name="connsiteY168" fmla="*/ 535358 h 1179513"/>
                    <a:gd name="connsiteX169" fmla="*/ 948095 w 1179513"/>
                    <a:gd name="connsiteY169" fmla="*/ 533932 h 1179513"/>
                    <a:gd name="connsiteX170" fmla="*/ 948095 w 1179513"/>
                    <a:gd name="connsiteY170" fmla="*/ 531792 h 1179513"/>
                    <a:gd name="connsiteX171" fmla="*/ 903128 w 1179513"/>
                    <a:gd name="connsiteY171" fmla="*/ 270767 h 1179513"/>
                    <a:gd name="connsiteX172" fmla="*/ 901700 w 1179513"/>
                    <a:gd name="connsiteY172" fmla="*/ 269341 h 1179513"/>
                    <a:gd name="connsiteX173" fmla="*/ 903128 w 1179513"/>
                    <a:gd name="connsiteY173" fmla="*/ 267202 h 1179513"/>
                    <a:gd name="connsiteX174" fmla="*/ 913120 w 1179513"/>
                    <a:gd name="connsiteY174" fmla="*/ 239387 h 1179513"/>
                    <a:gd name="connsiteX175" fmla="*/ 913120 w 1179513"/>
                    <a:gd name="connsiteY175" fmla="*/ 237248 h 1179513"/>
                    <a:gd name="connsiteX176" fmla="*/ 916689 w 1179513"/>
                    <a:gd name="connsiteY176" fmla="*/ 235821 h 1179513"/>
                    <a:gd name="connsiteX177" fmla="*/ 1019471 w 1179513"/>
                    <a:gd name="connsiteY177" fmla="*/ 187325 h 1179513"/>
                    <a:gd name="connsiteX178" fmla="*/ 165132 w 1179513"/>
                    <a:gd name="connsiteY178" fmla="*/ 180975 h 1179513"/>
                    <a:gd name="connsiteX179" fmla="*/ 256546 w 1179513"/>
                    <a:gd name="connsiteY179" fmla="*/ 229643 h 1179513"/>
                    <a:gd name="connsiteX180" fmla="*/ 257975 w 1179513"/>
                    <a:gd name="connsiteY180" fmla="*/ 229643 h 1179513"/>
                    <a:gd name="connsiteX181" fmla="*/ 257975 w 1179513"/>
                    <a:gd name="connsiteY181" fmla="*/ 233221 h 1179513"/>
                    <a:gd name="connsiteX182" fmla="*/ 277972 w 1179513"/>
                    <a:gd name="connsiteY182" fmla="*/ 269722 h 1179513"/>
                    <a:gd name="connsiteX183" fmla="*/ 279400 w 1179513"/>
                    <a:gd name="connsiteY183" fmla="*/ 269722 h 1179513"/>
                    <a:gd name="connsiteX184" fmla="*/ 279400 w 1179513"/>
                    <a:gd name="connsiteY184" fmla="*/ 273301 h 1179513"/>
                    <a:gd name="connsiteX185" fmla="*/ 237978 w 1179513"/>
                    <a:gd name="connsiteY185" fmla="*/ 530237 h 1179513"/>
                    <a:gd name="connsiteX186" fmla="*/ 237978 w 1179513"/>
                    <a:gd name="connsiteY186" fmla="*/ 531669 h 1179513"/>
                    <a:gd name="connsiteX187" fmla="*/ 235121 w 1179513"/>
                    <a:gd name="connsiteY187" fmla="*/ 533816 h 1179513"/>
                    <a:gd name="connsiteX188" fmla="*/ 202983 w 1179513"/>
                    <a:gd name="connsiteY188" fmla="*/ 565307 h 1179513"/>
                    <a:gd name="connsiteX189" fmla="*/ 201555 w 1179513"/>
                    <a:gd name="connsiteY189" fmla="*/ 566738 h 1179513"/>
                    <a:gd name="connsiteX190" fmla="*/ 1587 w 1179513"/>
                    <a:gd name="connsiteY190" fmla="*/ 566738 h 1179513"/>
                    <a:gd name="connsiteX191" fmla="*/ 165132 w 1179513"/>
                    <a:gd name="connsiteY191" fmla="*/ 180975 h 1179513"/>
                    <a:gd name="connsiteX192" fmla="*/ 458787 w 1179513"/>
                    <a:gd name="connsiteY192" fmla="*/ 14288 h 1179513"/>
                    <a:gd name="connsiteX193" fmla="*/ 410911 w 1179513"/>
                    <a:gd name="connsiteY193" fmla="*/ 51920 h 1179513"/>
                    <a:gd name="connsiteX194" fmla="*/ 312299 w 1179513"/>
                    <a:gd name="connsiteY194" fmla="*/ 188249 h 1179513"/>
                    <a:gd name="connsiteX195" fmla="*/ 310870 w 1179513"/>
                    <a:gd name="connsiteY195" fmla="*/ 189670 h 1179513"/>
                    <a:gd name="connsiteX196" fmla="*/ 308726 w 1179513"/>
                    <a:gd name="connsiteY196" fmla="*/ 189670 h 1179513"/>
                    <a:gd name="connsiteX197" fmla="*/ 265851 w 1179513"/>
                    <a:gd name="connsiteY197" fmla="*/ 206001 h 1179513"/>
                    <a:gd name="connsiteX198" fmla="*/ 263707 w 1179513"/>
                    <a:gd name="connsiteY198" fmla="*/ 209551 h 1179513"/>
                    <a:gd name="connsiteX199" fmla="*/ 260849 w 1179513"/>
                    <a:gd name="connsiteY199" fmla="*/ 208131 h 1179513"/>
                    <a:gd name="connsiteX200" fmla="*/ 179387 w 1179513"/>
                    <a:gd name="connsiteY200" fmla="*/ 164818 h 1179513"/>
                    <a:gd name="connsiteX201" fmla="*/ 458787 w 1179513"/>
                    <a:gd name="connsiteY201" fmla="*/ 14288 h 1179513"/>
                    <a:gd name="connsiteX202" fmla="*/ 711200 w 1179513"/>
                    <a:gd name="connsiteY202" fmla="*/ 11113 h 1179513"/>
                    <a:gd name="connsiteX203" fmla="*/ 1004888 w 1179513"/>
                    <a:gd name="connsiteY203" fmla="*/ 170632 h 1179513"/>
                    <a:gd name="connsiteX204" fmla="*/ 910794 w 1179513"/>
                    <a:gd name="connsiteY204" fmla="*/ 215901 h 1179513"/>
                    <a:gd name="connsiteX205" fmla="*/ 907230 w 1179513"/>
                    <a:gd name="connsiteY205" fmla="*/ 215901 h 1179513"/>
                    <a:gd name="connsiteX206" fmla="*/ 907230 w 1179513"/>
                    <a:gd name="connsiteY206" fmla="*/ 214464 h 1179513"/>
                    <a:gd name="connsiteX207" fmla="*/ 873727 w 1179513"/>
                    <a:gd name="connsiteY207" fmla="*/ 195781 h 1179513"/>
                    <a:gd name="connsiteX208" fmla="*/ 872301 w 1179513"/>
                    <a:gd name="connsiteY208" fmla="*/ 195781 h 1179513"/>
                    <a:gd name="connsiteX209" fmla="*/ 870875 w 1179513"/>
                    <a:gd name="connsiteY209" fmla="*/ 194344 h 1179513"/>
                    <a:gd name="connsiteX210" fmla="*/ 768940 w 1179513"/>
                    <a:gd name="connsiteY210" fmla="*/ 56382 h 1179513"/>
                    <a:gd name="connsiteX211" fmla="*/ 711200 w 1179513"/>
                    <a:gd name="connsiteY211" fmla="*/ 11113 h 1179513"/>
                    <a:gd name="connsiteX212" fmla="*/ 596900 w 1179513"/>
                    <a:gd name="connsiteY212" fmla="*/ 0 h 1179513"/>
                    <a:gd name="connsiteX213" fmla="*/ 644152 w 1179513"/>
                    <a:gd name="connsiteY213" fmla="*/ 1430 h 1179513"/>
                    <a:gd name="connsiteX214" fmla="*/ 755837 w 1179513"/>
                    <a:gd name="connsiteY214" fmla="*/ 73626 h 1179513"/>
                    <a:gd name="connsiteX215" fmla="*/ 851056 w 1179513"/>
                    <a:gd name="connsiteY215" fmla="*/ 198718 h 1179513"/>
                    <a:gd name="connsiteX216" fmla="*/ 852488 w 1179513"/>
                    <a:gd name="connsiteY216" fmla="*/ 200148 h 1179513"/>
                    <a:gd name="connsiteX217" fmla="*/ 848909 w 1179513"/>
                    <a:gd name="connsiteY217" fmla="*/ 203722 h 1179513"/>
                    <a:gd name="connsiteX218" fmla="*/ 831010 w 1179513"/>
                    <a:gd name="connsiteY218" fmla="*/ 233744 h 1179513"/>
                    <a:gd name="connsiteX219" fmla="*/ 831010 w 1179513"/>
                    <a:gd name="connsiteY219" fmla="*/ 236604 h 1179513"/>
                    <a:gd name="connsiteX220" fmla="*/ 827431 w 1179513"/>
                    <a:gd name="connsiteY220" fmla="*/ 236604 h 1179513"/>
                    <a:gd name="connsiteX221" fmla="*/ 629117 w 1179513"/>
                    <a:gd name="connsiteY221" fmla="*/ 258763 h 1179513"/>
                    <a:gd name="connsiteX222" fmla="*/ 626969 w 1179513"/>
                    <a:gd name="connsiteY222" fmla="*/ 258763 h 1179513"/>
                    <a:gd name="connsiteX223" fmla="*/ 626969 w 1179513"/>
                    <a:gd name="connsiteY223" fmla="*/ 256619 h 1179513"/>
                    <a:gd name="connsiteX224" fmla="*/ 599048 w 1179513"/>
                    <a:gd name="connsiteY224" fmla="*/ 228741 h 1179513"/>
                    <a:gd name="connsiteX225" fmla="*/ 596900 w 1179513"/>
                    <a:gd name="connsiteY225" fmla="*/ 228741 h 1179513"/>
                    <a:gd name="connsiteX226" fmla="*/ 596900 w 1179513"/>
                    <a:gd name="connsiteY226" fmla="*/ 0 h 1179513"/>
                    <a:gd name="connsiteX227" fmla="*/ 576262 w 1179513"/>
                    <a:gd name="connsiteY227" fmla="*/ 0 h 1179513"/>
                    <a:gd name="connsiteX228" fmla="*/ 576262 w 1179513"/>
                    <a:gd name="connsiteY228" fmla="*/ 228741 h 1179513"/>
                    <a:gd name="connsiteX229" fmla="*/ 574827 w 1179513"/>
                    <a:gd name="connsiteY229" fmla="*/ 228741 h 1179513"/>
                    <a:gd name="connsiteX230" fmla="*/ 548267 w 1179513"/>
                    <a:gd name="connsiteY230" fmla="*/ 256619 h 1179513"/>
                    <a:gd name="connsiteX231" fmla="*/ 546114 w 1179513"/>
                    <a:gd name="connsiteY231" fmla="*/ 258763 h 1179513"/>
                    <a:gd name="connsiteX232" fmla="*/ 544678 w 1179513"/>
                    <a:gd name="connsiteY232" fmla="*/ 258763 h 1179513"/>
                    <a:gd name="connsiteX233" fmla="*/ 343687 w 1179513"/>
                    <a:gd name="connsiteY233" fmla="*/ 233744 h 1179513"/>
                    <a:gd name="connsiteX234" fmla="*/ 342251 w 1179513"/>
                    <a:gd name="connsiteY234" fmla="*/ 233744 h 1179513"/>
                    <a:gd name="connsiteX235" fmla="*/ 340815 w 1179513"/>
                    <a:gd name="connsiteY235" fmla="*/ 230170 h 1179513"/>
                    <a:gd name="connsiteX236" fmla="*/ 330766 w 1179513"/>
                    <a:gd name="connsiteY236" fmla="*/ 203722 h 1179513"/>
                    <a:gd name="connsiteX237" fmla="*/ 328612 w 1179513"/>
                    <a:gd name="connsiteY237" fmla="*/ 201578 h 1179513"/>
                    <a:gd name="connsiteX238" fmla="*/ 330766 w 1179513"/>
                    <a:gd name="connsiteY238" fmla="*/ 198718 h 1179513"/>
                    <a:gd name="connsiteX239" fmla="*/ 422647 w 1179513"/>
                    <a:gd name="connsiteY239" fmla="*/ 70052 h 1179513"/>
                    <a:gd name="connsiteX240" fmla="*/ 526014 w 1179513"/>
                    <a:gd name="connsiteY240" fmla="*/ 3574 h 1179513"/>
                    <a:gd name="connsiteX241" fmla="*/ 576262 w 1179513"/>
                    <a:gd name="connsiteY241" fmla="*/ 0 h 117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1179513" h="1179513">
                      <a:moveTo>
                        <a:pt x="879944" y="1017588"/>
                      </a:moveTo>
                      <a:cubicBezTo>
                        <a:pt x="873512" y="1026206"/>
                        <a:pt x="869939" y="1036260"/>
                        <a:pt x="869939" y="1047033"/>
                      </a:cubicBezTo>
                      <a:cubicBezTo>
                        <a:pt x="869939" y="1059241"/>
                        <a:pt x="874227" y="1071450"/>
                        <a:pt x="883517" y="1080786"/>
                      </a:cubicBezTo>
                      <a:cubicBezTo>
                        <a:pt x="887805" y="1085095"/>
                        <a:pt x="892808" y="1088686"/>
                        <a:pt x="898525" y="1090840"/>
                      </a:cubicBezTo>
                      <a:cubicBezTo>
                        <a:pt x="839922" y="1127466"/>
                        <a:pt x="774173" y="1153320"/>
                        <a:pt x="704850" y="1168401"/>
                      </a:cubicBezTo>
                      <a:cubicBezTo>
                        <a:pt x="724861" y="1154756"/>
                        <a:pt x="748445" y="1136084"/>
                        <a:pt x="769885" y="1114539"/>
                      </a:cubicBezTo>
                      <a:cubicBezTo>
                        <a:pt x="797042" y="1088686"/>
                        <a:pt x="821341" y="1057805"/>
                        <a:pt x="842781" y="1022615"/>
                      </a:cubicBezTo>
                      <a:cubicBezTo>
                        <a:pt x="847069" y="1024052"/>
                        <a:pt x="851357" y="1024770"/>
                        <a:pt x="855645" y="1024770"/>
                      </a:cubicBezTo>
                      <a:cubicBezTo>
                        <a:pt x="864221" y="1024770"/>
                        <a:pt x="872797" y="1021897"/>
                        <a:pt x="879944" y="1017588"/>
                      </a:cubicBezTo>
                      <a:close/>
                      <a:moveTo>
                        <a:pt x="262876" y="950913"/>
                      </a:moveTo>
                      <a:cubicBezTo>
                        <a:pt x="262876" y="950913"/>
                        <a:pt x="262876" y="950913"/>
                        <a:pt x="264307" y="954490"/>
                      </a:cubicBezTo>
                      <a:cubicBezTo>
                        <a:pt x="272893" y="970945"/>
                        <a:pt x="291496" y="979530"/>
                        <a:pt x="309383" y="974522"/>
                      </a:cubicBezTo>
                      <a:cubicBezTo>
                        <a:pt x="309383" y="974522"/>
                        <a:pt x="309383" y="974522"/>
                        <a:pt x="311530" y="974522"/>
                      </a:cubicBezTo>
                      <a:cubicBezTo>
                        <a:pt x="311530" y="974522"/>
                        <a:pt x="311530" y="974522"/>
                        <a:pt x="312961" y="975953"/>
                      </a:cubicBezTo>
                      <a:cubicBezTo>
                        <a:pt x="339434" y="1031040"/>
                        <a:pt x="373062" y="1079689"/>
                        <a:pt x="411699" y="1118322"/>
                      </a:cubicBezTo>
                      <a:cubicBezTo>
                        <a:pt x="433164" y="1138353"/>
                        <a:pt x="454628" y="1154808"/>
                        <a:pt x="474662" y="1168401"/>
                      </a:cubicBezTo>
                      <a:cubicBezTo>
                        <a:pt x="356606" y="1144792"/>
                        <a:pt x="251428" y="1084697"/>
                        <a:pt x="169862" y="1003139"/>
                      </a:cubicBezTo>
                      <a:cubicBezTo>
                        <a:pt x="186318" y="989546"/>
                        <a:pt x="214938" y="970945"/>
                        <a:pt x="259299" y="953059"/>
                      </a:cubicBezTo>
                      <a:cubicBezTo>
                        <a:pt x="259299" y="953059"/>
                        <a:pt x="259299" y="953059"/>
                        <a:pt x="262876" y="950913"/>
                      </a:cubicBezTo>
                      <a:close/>
                      <a:moveTo>
                        <a:pt x="626998" y="903288"/>
                      </a:moveTo>
                      <a:cubicBezTo>
                        <a:pt x="626998" y="903288"/>
                        <a:pt x="626998" y="903288"/>
                        <a:pt x="630581" y="903288"/>
                      </a:cubicBezTo>
                      <a:cubicBezTo>
                        <a:pt x="671428" y="904002"/>
                        <a:pt x="710125" y="906143"/>
                        <a:pt x="745956" y="910426"/>
                      </a:cubicBezTo>
                      <a:cubicBezTo>
                        <a:pt x="746673" y="921846"/>
                        <a:pt x="750972" y="933266"/>
                        <a:pt x="759572" y="941831"/>
                      </a:cubicBezTo>
                      <a:cubicBezTo>
                        <a:pt x="768171" y="951110"/>
                        <a:pt x="780354" y="956106"/>
                        <a:pt x="793253" y="956106"/>
                      </a:cubicBezTo>
                      <a:cubicBezTo>
                        <a:pt x="804002" y="956106"/>
                        <a:pt x="814034" y="952538"/>
                        <a:pt x="821917" y="946114"/>
                      </a:cubicBezTo>
                      <a:cubicBezTo>
                        <a:pt x="805435" y="964671"/>
                        <a:pt x="805435" y="992508"/>
                        <a:pt x="822634" y="1010352"/>
                      </a:cubicBezTo>
                      <a:cubicBezTo>
                        <a:pt x="824067" y="1011780"/>
                        <a:pt x="824784" y="1012493"/>
                        <a:pt x="825500" y="1013207"/>
                      </a:cubicBezTo>
                      <a:cubicBezTo>
                        <a:pt x="805435" y="1045326"/>
                        <a:pt x="783220" y="1073877"/>
                        <a:pt x="758855" y="1098145"/>
                      </a:cubicBezTo>
                      <a:cubicBezTo>
                        <a:pt x="717291" y="1139543"/>
                        <a:pt x="674295" y="1163097"/>
                        <a:pt x="644197" y="1175944"/>
                      </a:cubicBezTo>
                      <a:cubicBezTo>
                        <a:pt x="626998" y="1178086"/>
                        <a:pt x="611949" y="1179513"/>
                        <a:pt x="596900" y="1179513"/>
                      </a:cubicBezTo>
                      <a:cubicBezTo>
                        <a:pt x="596900" y="1179513"/>
                        <a:pt x="596900" y="1179513"/>
                        <a:pt x="596900" y="936121"/>
                      </a:cubicBezTo>
                      <a:cubicBezTo>
                        <a:pt x="596900" y="936121"/>
                        <a:pt x="596900" y="936121"/>
                        <a:pt x="599050" y="936121"/>
                      </a:cubicBezTo>
                      <a:cubicBezTo>
                        <a:pt x="614099" y="931125"/>
                        <a:pt x="624132" y="919705"/>
                        <a:pt x="626998" y="904716"/>
                      </a:cubicBezTo>
                      <a:cubicBezTo>
                        <a:pt x="626998" y="904716"/>
                        <a:pt x="626998" y="904716"/>
                        <a:pt x="626998" y="903288"/>
                      </a:cubicBezTo>
                      <a:close/>
                      <a:moveTo>
                        <a:pt x="543242" y="903288"/>
                      </a:moveTo>
                      <a:cubicBezTo>
                        <a:pt x="543242" y="903288"/>
                        <a:pt x="543242" y="903288"/>
                        <a:pt x="546114" y="903288"/>
                      </a:cubicBezTo>
                      <a:cubicBezTo>
                        <a:pt x="546114" y="903288"/>
                        <a:pt x="546114" y="903288"/>
                        <a:pt x="546114" y="904716"/>
                      </a:cubicBezTo>
                      <a:cubicBezTo>
                        <a:pt x="551138" y="919705"/>
                        <a:pt x="561188" y="931125"/>
                        <a:pt x="574827" y="936121"/>
                      </a:cubicBezTo>
                      <a:cubicBezTo>
                        <a:pt x="574827" y="936121"/>
                        <a:pt x="574827" y="936121"/>
                        <a:pt x="576262" y="936121"/>
                      </a:cubicBezTo>
                      <a:cubicBezTo>
                        <a:pt x="576262" y="936121"/>
                        <a:pt x="576262" y="936121"/>
                        <a:pt x="576262" y="1179513"/>
                      </a:cubicBezTo>
                      <a:cubicBezTo>
                        <a:pt x="563341" y="1178086"/>
                        <a:pt x="549703" y="1178086"/>
                        <a:pt x="536064" y="1175944"/>
                      </a:cubicBezTo>
                      <a:cubicBezTo>
                        <a:pt x="504480" y="1163097"/>
                        <a:pt x="464281" y="1139543"/>
                        <a:pt x="424083" y="1099572"/>
                      </a:cubicBezTo>
                      <a:cubicBezTo>
                        <a:pt x="387474" y="1063170"/>
                        <a:pt x="355890" y="1018203"/>
                        <a:pt x="330766" y="964671"/>
                      </a:cubicBezTo>
                      <a:cubicBezTo>
                        <a:pt x="330766" y="964671"/>
                        <a:pt x="330766" y="964671"/>
                        <a:pt x="328612" y="963244"/>
                      </a:cubicBezTo>
                      <a:cubicBezTo>
                        <a:pt x="328612" y="963244"/>
                        <a:pt x="328612" y="963244"/>
                        <a:pt x="330766" y="961103"/>
                      </a:cubicBezTo>
                      <a:cubicBezTo>
                        <a:pt x="337226" y="953251"/>
                        <a:pt x="340815" y="943259"/>
                        <a:pt x="340815" y="931125"/>
                      </a:cubicBezTo>
                      <a:cubicBezTo>
                        <a:pt x="340815" y="931125"/>
                        <a:pt x="340815" y="931125"/>
                        <a:pt x="340815" y="928270"/>
                      </a:cubicBezTo>
                      <a:cubicBezTo>
                        <a:pt x="340815" y="928270"/>
                        <a:pt x="340815" y="928270"/>
                        <a:pt x="343687" y="926128"/>
                      </a:cubicBezTo>
                      <a:cubicBezTo>
                        <a:pt x="402548" y="913281"/>
                        <a:pt x="469306" y="904716"/>
                        <a:pt x="543242" y="903288"/>
                      </a:cubicBezTo>
                      <a:close/>
                      <a:moveTo>
                        <a:pt x="988495" y="879475"/>
                      </a:moveTo>
                      <a:cubicBezTo>
                        <a:pt x="1007237" y="879475"/>
                        <a:pt x="1026700" y="881743"/>
                        <a:pt x="1046163" y="887035"/>
                      </a:cubicBezTo>
                      <a:cubicBezTo>
                        <a:pt x="1026700" y="882499"/>
                        <a:pt x="1007958" y="880231"/>
                        <a:pt x="988495" y="880231"/>
                      </a:cubicBezTo>
                      <a:cubicBezTo>
                        <a:pt x="965427" y="880231"/>
                        <a:pt x="943081" y="883255"/>
                        <a:pt x="920734" y="890058"/>
                      </a:cubicBezTo>
                      <a:cubicBezTo>
                        <a:pt x="914967" y="891570"/>
                        <a:pt x="909921" y="893838"/>
                        <a:pt x="904875" y="895350"/>
                      </a:cubicBezTo>
                      <a:cubicBezTo>
                        <a:pt x="910642" y="893838"/>
                        <a:pt x="916409" y="891570"/>
                        <a:pt x="922176" y="889303"/>
                      </a:cubicBezTo>
                      <a:cubicBezTo>
                        <a:pt x="944522" y="882499"/>
                        <a:pt x="966148" y="879475"/>
                        <a:pt x="988495" y="879475"/>
                      </a:cubicBezTo>
                      <a:close/>
                      <a:moveTo>
                        <a:pt x="975138" y="588963"/>
                      </a:moveTo>
                      <a:lnTo>
                        <a:pt x="1179513" y="588963"/>
                      </a:lnTo>
                      <a:cubicBezTo>
                        <a:pt x="1179513" y="588963"/>
                        <a:pt x="1179513" y="588963"/>
                        <a:pt x="1179513" y="590384"/>
                      </a:cubicBezTo>
                      <a:cubicBezTo>
                        <a:pt x="1179513" y="671376"/>
                        <a:pt x="1163135" y="748816"/>
                        <a:pt x="1133226" y="819151"/>
                      </a:cubicBezTo>
                      <a:cubicBezTo>
                        <a:pt x="1085515" y="796417"/>
                        <a:pt x="1037092" y="785049"/>
                        <a:pt x="987956" y="785049"/>
                      </a:cubicBezTo>
                      <a:cubicBezTo>
                        <a:pt x="968729" y="785049"/>
                        <a:pt x="949502" y="787181"/>
                        <a:pt x="930275" y="790733"/>
                      </a:cubicBezTo>
                      <a:cubicBezTo>
                        <a:pt x="940957" y="737449"/>
                        <a:pt x="946654" y="680612"/>
                        <a:pt x="948790" y="620223"/>
                      </a:cubicBezTo>
                      <a:cubicBezTo>
                        <a:pt x="948790" y="620223"/>
                        <a:pt x="948790" y="620223"/>
                        <a:pt x="948790" y="616671"/>
                      </a:cubicBezTo>
                      <a:cubicBezTo>
                        <a:pt x="948790" y="616671"/>
                        <a:pt x="948790" y="616671"/>
                        <a:pt x="950214" y="616671"/>
                      </a:cubicBezTo>
                      <a:cubicBezTo>
                        <a:pt x="962320" y="611698"/>
                        <a:pt x="970153" y="603883"/>
                        <a:pt x="973714" y="591805"/>
                      </a:cubicBezTo>
                      <a:cubicBezTo>
                        <a:pt x="973714" y="591805"/>
                        <a:pt x="973714" y="591805"/>
                        <a:pt x="975138" y="588963"/>
                      </a:cubicBezTo>
                      <a:close/>
                      <a:moveTo>
                        <a:pt x="626918" y="588963"/>
                      </a:moveTo>
                      <a:cubicBezTo>
                        <a:pt x="626918" y="588963"/>
                        <a:pt x="626918" y="588963"/>
                        <a:pt x="895653" y="588963"/>
                      </a:cubicBezTo>
                      <a:cubicBezTo>
                        <a:pt x="895653" y="588963"/>
                        <a:pt x="895653" y="588963"/>
                        <a:pt x="895653" y="591814"/>
                      </a:cubicBezTo>
                      <a:cubicBezTo>
                        <a:pt x="900656" y="605355"/>
                        <a:pt x="912091" y="615332"/>
                        <a:pt x="925671" y="618896"/>
                      </a:cubicBezTo>
                      <a:cubicBezTo>
                        <a:pt x="925671" y="618896"/>
                        <a:pt x="925671" y="618896"/>
                        <a:pt x="927100" y="618896"/>
                      </a:cubicBezTo>
                      <a:cubicBezTo>
                        <a:pt x="927100" y="618896"/>
                        <a:pt x="927100" y="618896"/>
                        <a:pt x="927100" y="621746"/>
                      </a:cubicBezTo>
                      <a:cubicBezTo>
                        <a:pt x="924956" y="684462"/>
                        <a:pt x="918524" y="742189"/>
                        <a:pt x="907803" y="795640"/>
                      </a:cubicBezTo>
                      <a:cubicBezTo>
                        <a:pt x="903515" y="797065"/>
                        <a:pt x="898511" y="798491"/>
                        <a:pt x="894223" y="799916"/>
                      </a:cubicBezTo>
                      <a:cubicBezTo>
                        <a:pt x="814175" y="823435"/>
                        <a:pt x="764859" y="870471"/>
                        <a:pt x="759856" y="875460"/>
                      </a:cubicBezTo>
                      <a:cubicBezTo>
                        <a:pt x="755568" y="879736"/>
                        <a:pt x="751994" y="884012"/>
                        <a:pt x="749850" y="889001"/>
                      </a:cubicBezTo>
                      <a:cubicBezTo>
                        <a:pt x="711970" y="884725"/>
                        <a:pt x="671231" y="882587"/>
                        <a:pt x="629063" y="881162"/>
                      </a:cubicBezTo>
                      <a:cubicBezTo>
                        <a:pt x="629063" y="881162"/>
                        <a:pt x="629063" y="881162"/>
                        <a:pt x="626918" y="881162"/>
                      </a:cubicBezTo>
                      <a:cubicBezTo>
                        <a:pt x="626918" y="881162"/>
                        <a:pt x="626918" y="881162"/>
                        <a:pt x="625489" y="878311"/>
                      </a:cubicBezTo>
                      <a:cubicBezTo>
                        <a:pt x="620486" y="866195"/>
                        <a:pt x="611909" y="856218"/>
                        <a:pt x="599044" y="853367"/>
                      </a:cubicBezTo>
                      <a:cubicBezTo>
                        <a:pt x="599044" y="853367"/>
                        <a:pt x="599044" y="853367"/>
                        <a:pt x="596900" y="851229"/>
                      </a:cubicBezTo>
                      <a:cubicBezTo>
                        <a:pt x="596900" y="851229"/>
                        <a:pt x="596900" y="851229"/>
                        <a:pt x="596900" y="618896"/>
                      </a:cubicBezTo>
                      <a:cubicBezTo>
                        <a:pt x="596900" y="618896"/>
                        <a:pt x="596900" y="618896"/>
                        <a:pt x="599044" y="616758"/>
                      </a:cubicBezTo>
                      <a:cubicBezTo>
                        <a:pt x="611909" y="613907"/>
                        <a:pt x="621915" y="603929"/>
                        <a:pt x="625489" y="591814"/>
                      </a:cubicBezTo>
                      <a:cubicBezTo>
                        <a:pt x="625489" y="591814"/>
                        <a:pt x="625489" y="591814"/>
                        <a:pt x="626918" y="588963"/>
                      </a:cubicBezTo>
                      <a:close/>
                      <a:moveTo>
                        <a:pt x="282272" y="588963"/>
                      </a:moveTo>
                      <a:cubicBezTo>
                        <a:pt x="282272" y="588963"/>
                        <a:pt x="282272" y="588963"/>
                        <a:pt x="548298" y="588963"/>
                      </a:cubicBezTo>
                      <a:cubicBezTo>
                        <a:pt x="548298" y="588963"/>
                        <a:pt x="548298" y="588963"/>
                        <a:pt x="548298" y="591817"/>
                      </a:cubicBezTo>
                      <a:cubicBezTo>
                        <a:pt x="553318" y="603946"/>
                        <a:pt x="563356" y="613935"/>
                        <a:pt x="574829" y="616789"/>
                      </a:cubicBezTo>
                      <a:cubicBezTo>
                        <a:pt x="574829" y="616789"/>
                        <a:pt x="574829" y="616789"/>
                        <a:pt x="576263" y="618929"/>
                      </a:cubicBezTo>
                      <a:cubicBezTo>
                        <a:pt x="576263" y="618929"/>
                        <a:pt x="576263" y="618929"/>
                        <a:pt x="576263" y="851525"/>
                      </a:cubicBezTo>
                      <a:cubicBezTo>
                        <a:pt x="576263" y="851525"/>
                        <a:pt x="576263" y="851525"/>
                        <a:pt x="574829" y="853665"/>
                      </a:cubicBezTo>
                      <a:cubicBezTo>
                        <a:pt x="563356" y="856519"/>
                        <a:pt x="553318" y="866508"/>
                        <a:pt x="548298" y="878637"/>
                      </a:cubicBezTo>
                      <a:cubicBezTo>
                        <a:pt x="548298" y="878637"/>
                        <a:pt x="548298" y="878637"/>
                        <a:pt x="548298" y="881491"/>
                      </a:cubicBezTo>
                      <a:cubicBezTo>
                        <a:pt x="548298" y="881491"/>
                        <a:pt x="548298" y="881491"/>
                        <a:pt x="544713" y="881491"/>
                      </a:cubicBezTo>
                      <a:cubicBezTo>
                        <a:pt x="467988" y="883632"/>
                        <a:pt x="397717" y="891480"/>
                        <a:pt x="336051" y="906463"/>
                      </a:cubicBezTo>
                      <a:cubicBezTo>
                        <a:pt x="336051" y="906463"/>
                        <a:pt x="336051" y="906463"/>
                        <a:pt x="333900" y="906463"/>
                      </a:cubicBezTo>
                      <a:cubicBezTo>
                        <a:pt x="333900" y="906463"/>
                        <a:pt x="333900" y="906463"/>
                        <a:pt x="332466" y="905036"/>
                      </a:cubicBezTo>
                      <a:cubicBezTo>
                        <a:pt x="326012" y="895047"/>
                        <a:pt x="313822" y="890053"/>
                        <a:pt x="302350" y="888626"/>
                      </a:cubicBezTo>
                      <a:cubicBezTo>
                        <a:pt x="302350" y="888626"/>
                        <a:pt x="302350" y="888626"/>
                        <a:pt x="300915" y="888626"/>
                      </a:cubicBezTo>
                      <a:cubicBezTo>
                        <a:pt x="300915" y="888626"/>
                        <a:pt x="300915" y="888626"/>
                        <a:pt x="298764" y="886486"/>
                      </a:cubicBezTo>
                      <a:cubicBezTo>
                        <a:pt x="273667" y="808716"/>
                        <a:pt x="260761" y="718817"/>
                        <a:pt x="257175" y="618929"/>
                      </a:cubicBezTo>
                      <a:cubicBezTo>
                        <a:pt x="257175" y="618929"/>
                        <a:pt x="257175" y="618929"/>
                        <a:pt x="257175" y="616789"/>
                      </a:cubicBezTo>
                      <a:cubicBezTo>
                        <a:pt x="257175" y="616789"/>
                        <a:pt x="257175" y="616789"/>
                        <a:pt x="258609" y="615362"/>
                      </a:cubicBezTo>
                      <a:cubicBezTo>
                        <a:pt x="270799" y="611795"/>
                        <a:pt x="277253" y="601806"/>
                        <a:pt x="282272" y="591817"/>
                      </a:cubicBezTo>
                      <a:cubicBezTo>
                        <a:pt x="282272" y="591817"/>
                        <a:pt x="282272" y="591817"/>
                        <a:pt x="282272" y="588963"/>
                      </a:cubicBezTo>
                      <a:close/>
                      <a:moveTo>
                        <a:pt x="0" y="588963"/>
                      </a:moveTo>
                      <a:cubicBezTo>
                        <a:pt x="0" y="588963"/>
                        <a:pt x="0" y="588963"/>
                        <a:pt x="202940" y="588963"/>
                      </a:cubicBezTo>
                      <a:cubicBezTo>
                        <a:pt x="202940" y="588963"/>
                        <a:pt x="202940" y="588963"/>
                        <a:pt x="205084" y="591813"/>
                      </a:cubicBezTo>
                      <a:cubicBezTo>
                        <a:pt x="210086" y="605351"/>
                        <a:pt x="221519" y="615326"/>
                        <a:pt x="235096" y="618889"/>
                      </a:cubicBezTo>
                      <a:cubicBezTo>
                        <a:pt x="235096" y="618889"/>
                        <a:pt x="235096" y="618889"/>
                        <a:pt x="237954" y="620314"/>
                      </a:cubicBezTo>
                      <a:cubicBezTo>
                        <a:pt x="237954" y="620314"/>
                        <a:pt x="237954" y="620314"/>
                        <a:pt x="237954" y="621739"/>
                      </a:cubicBezTo>
                      <a:cubicBezTo>
                        <a:pt x="241527" y="721492"/>
                        <a:pt x="254390" y="813408"/>
                        <a:pt x="279400" y="891073"/>
                      </a:cubicBezTo>
                      <a:cubicBezTo>
                        <a:pt x="279400" y="891073"/>
                        <a:pt x="279400" y="891073"/>
                        <a:pt x="279400" y="893210"/>
                      </a:cubicBezTo>
                      <a:cubicBezTo>
                        <a:pt x="279400" y="893210"/>
                        <a:pt x="279400" y="893210"/>
                        <a:pt x="277971" y="894635"/>
                      </a:cubicBezTo>
                      <a:cubicBezTo>
                        <a:pt x="266538" y="901048"/>
                        <a:pt x="259392" y="914586"/>
                        <a:pt x="257963" y="928124"/>
                      </a:cubicBezTo>
                      <a:cubicBezTo>
                        <a:pt x="257963" y="928124"/>
                        <a:pt x="257963" y="928124"/>
                        <a:pt x="257963" y="929549"/>
                      </a:cubicBezTo>
                      <a:cubicBezTo>
                        <a:pt x="257963" y="929549"/>
                        <a:pt x="257963" y="929549"/>
                        <a:pt x="256533" y="930974"/>
                      </a:cubicBezTo>
                      <a:cubicBezTo>
                        <a:pt x="206513" y="949499"/>
                        <a:pt x="172928" y="970875"/>
                        <a:pt x="155063" y="985838"/>
                      </a:cubicBezTo>
                      <a:cubicBezTo>
                        <a:pt x="58595" y="881097"/>
                        <a:pt x="0" y="743581"/>
                        <a:pt x="0" y="590388"/>
                      </a:cubicBezTo>
                      <a:cubicBezTo>
                        <a:pt x="0" y="588963"/>
                        <a:pt x="0" y="588963"/>
                        <a:pt x="0" y="588963"/>
                      </a:cubicBezTo>
                      <a:close/>
                      <a:moveTo>
                        <a:pt x="832043" y="258763"/>
                      </a:moveTo>
                      <a:cubicBezTo>
                        <a:pt x="832043" y="258763"/>
                        <a:pt x="832043" y="258763"/>
                        <a:pt x="833472" y="258763"/>
                      </a:cubicBezTo>
                      <a:cubicBezTo>
                        <a:pt x="833472" y="258763"/>
                        <a:pt x="833472" y="258763"/>
                        <a:pt x="835616" y="260192"/>
                      </a:cubicBezTo>
                      <a:cubicBezTo>
                        <a:pt x="845622" y="276627"/>
                        <a:pt x="862061" y="286631"/>
                        <a:pt x="882073" y="281629"/>
                      </a:cubicBezTo>
                      <a:cubicBezTo>
                        <a:pt x="882073" y="281629"/>
                        <a:pt x="882073" y="281629"/>
                        <a:pt x="885647" y="280200"/>
                      </a:cubicBezTo>
                      <a:cubicBezTo>
                        <a:pt x="885647" y="280200"/>
                        <a:pt x="885647" y="280200"/>
                        <a:pt x="885647" y="283773"/>
                      </a:cubicBezTo>
                      <a:cubicBezTo>
                        <a:pt x="910662" y="355229"/>
                        <a:pt x="923527" y="438832"/>
                        <a:pt x="927100" y="530296"/>
                      </a:cubicBezTo>
                      <a:cubicBezTo>
                        <a:pt x="927100" y="530296"/>
                        <a:pt x="927100" y="530296"/>
                        <a:pt x="927100" y="533868"/>
                      </a:cubicBezTo>
                      <a:cubicBezTo>
                        <a:pt x="927100" y="533868"/>
                        <a:pt x="927100" y="533868"/>
                        <a:pt x="925671" y="533868"/>
                      </a:cubicBezTo>
                      <a:cubicBezTo>
                        <a:pt x="910662" y="536727"/>
                        <a:pt x="898511" y="550303"/>
                        <a:pt x="893508" y="565309"/>
                      </a:cubicBezTo>
                      <a:cubicBezTo>
                        <a:pt x="893508" y="565309"/>
                        <a:pt x="893508" y="565309"/>
                        <a:pt x="893508" y="566738"/>
                      </a:cubicBezTo>
                      <a:cubicBezTo>
                        <a:pt x="893508" y="566738"/>
                        <a:pt x="893508" y="566738"/>
                        <a:pt x="626918" y="566738"/>
                      </a:cubicBezTo>
                      <a:cubicBezTo>
                        <a:pt x="626918" y="566738"/>
                        <a:pt x="626918" y="566738"/>
                        <a:pt x="626918" y="565309"/>
                      </a:cubicBezTo>
                      <a:cubicBezTo>
                        <a:pt x="624060" y="550303"/>
                        <a:pt x="611909" y="538870"/>
                        <a:pt x="599044" y="533868"/>
                      </a:cubicBezTo>
                      <a:cubicBezTo>
                        <a:pt x="599044" y="533868"/>
                        <a:pt x="599044" y="533868"/>
                        <a:pt x="596900" y="533868"/>
                      </a:cubicBezTo>
                      <a:cubicBezTo>
                        <a:pt x="596900" y="533868"/>
                        <a:pt x="596900" y="533868"/>
                        <a:pt x="596900" y="313784"/>
                      </a:cubicBezTo>
                      <a:cubicBezTo>
                        <a:pt x="596900" y="313784"/>
                        <a:pt x="596900" y="313784"/>
                        <a:pt x="599044" y="311641"/>
                      </a:cubicBezTo>
                      <a:cubicBezTo>
                        <a:pt x="611909" y="308782"/>
                        <a:pt x="624060" y="296635"/>
                        <a:pt x="626918" y="283773"/>
                      </a:cubicBezTo>
                      <a:cubicBezTo>
                        <a:pt x="626918" y="283773"/>
                        <a:pt x="626918" y="283773"/>
                        <a:pt x="626918" y="280200"/>
                      </a:cubicBezTo>
                      <a:cubicBezTo>
                        <a:pt x="626918" y="280200"/>
                        <a:pt x="626918" y="280200"/>
                        <a:pt x="630492" y="280200"/>
                      </a:cubicBezTo>
                      <a:cubicBezTo>
                        <a:pt x="704108" y="278771"/>
                        <a:pt x="772006" y="271625"/>
                        <a:pt x="832043" y="258763"/>
                      </a:cubicBezTo>
                      <a:close/>
                      <a:moveTo>
                        <a:pt x="336051" y="255588"/>
                      </a:moveTo>
                      <a:cubicBezTo>
                        <a:pt x="337485" y="255588"/>
                        <a:pt x="337485" y="255588"/>
                        <a:pt x="337485" y="255588"/>
                      </a:cubicBezTo>
                      <a:cubicBezTo>
                        <a:pt x="399151" y="269147"/>
                        <a:pt x="467988" y="279138"/>
                        <a:pt x="544713" y="280566"/>
                      </a:cubicBezTo>
                      <a:cubicBezTo>
                        <a:pt x="546147" y="280566"/>
                        <a:pt x="546147" y="280566"/>
                        <a:pt x="546147" y="280566"/>
                      </a:cubicBezTo>
                      <a:cubicBezTo>
                        <a:pt x="548298" y="281993"/>
                        <a:pt x="548298" y="281993"/>
                        <a:pt x="548298" y="281993"/>
                      </a:cubicBezTo>
                      <a:cubicBezTo>
                        <a:pt x="551166" y="296980"/>
                        <a:pt x="561205" y="309112"/>
                        <a:pt x="574829" y="311966"/>
                      </a:cubicBezTo>
                      <a:cubicBezTo>
                        <a:pt x="576263" y="314107"/>
                        <a:pt x="576263" y="314107"/>
                        <a:pt x="576263" y="314107"/>
                      </a:cubicBezTo>
                      <a:cubicBezTo>
                        <a:pt x="576263" y="533910"/>
                        <a:pt x="576263" y="533910"/>
                        <a:pt x="576263" y="533910"/>
                      </a:cubicBezTo>
                      <a:cubicBezTo>
                        <a:pt x="574829" y="533910"/>
                        <a:pt x="574829" y="533910"/>
                        <a:pt x="574829" y="533910"/>
                      </a:cubicBezTo>
                      <a:cubicBezTo>
                        <a:pt x="561205" y="538906"/>
                        <a:pt x="551166" y="550324"/>
                        <a:pt x="546147" y="565311"/>
                      </a:cubicBezTo>
                      <a:cubicBezTo>
                        <a:pt x="546147" y="566738"/>
                        <a:pt x="546147" y="566738"/>
                        <a:pt x="546147" y="566738"/>
                      </a:cubicBezTo>
                      <a:cubicBezTo>
                        <a:pt x="283706" y="566738"/>
                        <a:pt x="283706" y="566738"/>
                        <a:pt x="283706" y="566738"/>
                      </a:cubicBezTo>
                      <a:cubicBezTo>
                        <a:pt x="283706" y="565311"/>
                        <a:pt x="283706" y="565311"/>
                        <a:pt x="283706" y="565311"/>
                      </a:cubicBezTo>
                      <a:cubicBezTo>
                        <a:pt x="280838" y="551752"/>
                        <a:pt x="272233" y="541761"/>
                        <a:pt x="260761" y="536765"/>
                      </a:cubicBezTo>
                      <a:cubicBezTo>
                        <a:pt x="257175" y="535338"/>
                        <a:pt x="257175" y="535338"/>
                        <a:pt x="257175" y="535338"/>
                      </a:cubicBezTo>
                      <a:cubicBezTo>
                        <a:pt x="257175" y="533910"/>
                        <a:pt x="257175" y="533910"/>
                        <a:pt x="257175" y="533910"/>
                      </a:cubicBezTo>
                      <a:cubicBezTo>
                        <a:pt x="262195" y="436854"/>
                        <a:pt x="275819" y="351930"/>
                        <a:pt x="298764" y="279138"/>
                      </a:cubicBezTo>
                      <a:cubicBezTo>
                        <a:pt x="298764" y="276998"/>
                        <a:pt x="298764" y="276998"/>
                        <a:pt x="298764" y="276998"/>
                      </a:cubicBezTo>
                      <a:cubicBezTo>
                        <a:pt x="302350" y="276998"/>
                        <a:pt x="302350" y="276998"/>
                        <a:pt x="302350" y="276998"/>
                      </a:cubicBezTo>
                      <a:cubicBezTo>
                        <a:pt x="315973" y="275570"/>
                        <a:pt x="327446" y="269147"/>
                        <a:pt x="333900" y="257015"/>
                      </a:cubicBezTo>
                      <a:cubicBezTo>
                        <a:pt x="336051" y="255588"/>
                        <a:pt x="336051" y="255588"/>
                        <a:pt x="336051" y="255588"/>
                      </a:cubicBezTo>
                      <a:close/>
                      <a:moveTo>
                        <a:pt x="1019471" y="187325"/>
                      </a:moveTo>
                      <a:cubicBezTo>
                        <a:pt x="1112973" y="287171"/>
                        <a:pt x="1172929" y="420536"/>
                        <a:pt x="1177925" y="566738"/>
                      </a:cubicBezTo>
                      <a:cubicBezTo>
                        <a:pt x="1177925" y="566738"/>
                        <a:pt x="1177925" y="566738"/>
                        <a:pt x="974504" y="566738"/>
                      </a:cubicBezTo>
                      <a:cubicBezTo>
                        <a:pt x="974504" y="566738"/>
                        <a:pt x="974504" y="566738"/>
                        <a:pt x="974504" y="565312"/>
                      </a:cubicBezTo>
                      <a:cubicBezTo>
                        <a:pt x="971649" y="551761"/>
                        <a:pt x="961656" y="540350"/>
                        <a:pt x="949522" y="535358"/>
                      </a:cubicBezTo>
                      <a:cubicBezTo>
                        <a:pt x="949522" y="535358"/>
                        <a:pt x="949522" y="535358"/>
                        <a:pt x="948095" y="533932"/>
                      </a:cubicBezTo>
                      <a:cubicBezTo>
                        <a:pt x="948095" y="533932"/>
                        <a:pt x="948095" y="533932"/>
                        <a:pt x="948095" y="531792"/>
                      </a:cubicBezTo>
                      <a:cubicBezTo>
                        <a:pt x="943098" y="435513"/>
                        <a:pt x="928109" y="347078"/>
                        <a:pt x="903128" y="270767"/>
                      </a:cubicBezTo>
                      <a:cubicBezTo>
                        <a:pt x="903128" y="270767"/>
                        <a:pt x="903128" y="270767"/>
                        <a:pt x="901700" y="269341"/>
                      </a:cubicBezTo>
                      <a:cubicBezTo>
                        <a:pt x="901700" y="269341"/>
                        <a:pt x="901700" y="269341"/>
                        <a:pt x="903128" y="267202"/>
                      </a:cubicBezTo>
                      <a:cubicBezTo>
                        <a:pt x="910265" y="260783"/>
                        <a:pt x="913120" y="250798"/>
                        <a:pt x="913120" y="239387"/>
                      </a:cubicBezTo>
                      <a:cubicBezTo>
                        <a:pt x="913120" y="239387"/>
                        <a:pt x="913120" y="239387"/>
                        <a:pt x="913120" y="237248"/>
                      </a:cubicBezTo>
                      <a:cubicBezTo>
                        <a:pt x="913120" y="237248"/>
                        <a:pt x="913120" y="237248"/>
                        <a:pt x="916689" y="235821"/>
                      </a:cubicBezTo>
                      <a:cubicBezTo>
                        <a:pt x="964511" y="219418"/>
                        <a:pt x="998058" y="200875"/>
                        <a:pt x="1019471" y="187325"/>
                      </a:cubicBezTo>
                      <a:close/>
                      <a:moveTo>
                        <a:pt x="165132" y="180975"/>
                      </a:moveTo>
                      <a:cubicBezTo>
                        <a:pt x="182987" y="194573"/>
                        <a:pt x="212982" y="213181"/>
                        <a:pt x="256546" y="229643"/>
                      </a:cubicBezTo>
                      <a:cubicBezTo>
                        <a:pt x="256546" y="229643"/>
                        <a:pt x="256546" y="229643"/>
                        <a:pt x="257975" y="229643"/>
                      </a:cubicBezTo>
                      <a:cubicBezTo>
                        <a:pt x="257975" y="229643"/>
                        <a:pt x="257975" y="229643"/>
                        <a:pt x="257975" y="233221"/>
                      </a:cubicBezTo>
                      <a:cubicBezTo>
                        <a:pt x="257975" y="248251"/>
                        <a:pt x="266545" y="261134"/>
                        <a:pt x="277972" y="269722"/>
                      </a:cubicBezTo>
                      <a:cubicBezTo>
                        <a:pt x="277972" y="269722"/>
                        <a:pt x="277972" y="269722"/>
                        <a:pt x="279400" y="269722"/>
                      </a:cubicBezTo>
                      <a:cubicBezTo>
                        <a:pt x="279400" y="269722"/>
                        <a:pt x="279400" y="269722"/>
                        <a:pt x="279400" y="273301"/>
                      </a:cubicBezTo>
                      <a:cubicBezTo>
                        <a:pt x="256546" y="348449"/>
                        <a:pt x="241549" y="433618"/>
                        <a:pt x="237978" y="530237"/>
                      </a:cubicBezTo>
                      <a:cubicBezTo>
                        <a:pt x="237978" y="530237"/>
                        <a:pt x="237978" y="530237"/>
                        <a:pt x="237978" y="531669"/>
                      </a:cubicBezTo>
                      <a:cubicBezTo>
                        <a:pt x="237978" y="531669"/>
                        <a:pt x="237978" y="531669"/>
                        <a:pt x="235121" y="533816"/>
                      </a:cubicBezTo>
                      <a:cubicBezTo>
                        <a:pt x="220123" y="536679"/>
                        <a:pt x="206554" y="548846"/>
                        <a:pt x="202983" y="565307"/>
                      </a:cubicBezTo>
                      <a:cubicBezTo>
                        <a:pt x="202983" y="565307"/>
                        <a:pt x="202983" y="565307"/>
                        <a:pt x="201555" y="566738"/>
                      </a:cubicBezTo>
                      <a:cubicBezTo>
                        <a:pt x="201555" y="566738"/>
                        <a:pt x="201555" y="566738"/>
                        <a:pt x="1587" y="566738"/>
                      </a:cubicBezTo>
                      <a:cubicBezTo>
                        <a:pt x="6586" y="418588"/>
                        <a:pt x="68719" y="281173"/>
                        <a:pt x="165132" y="180975"/>
                      </a:cubicBezTo>
                      <a:close/>
                      <a:moveTo>
                        <a:pt x="458787" y="14288"/>
                      </a:moveTo>
                      <a:cubicBezTo>
                        <a:pt x="442352" y="25649"/>
                        <a:pt x="425202" y="37009"/>
                        <a:pt x="410911" y="51920"/>
                      </a:cubicBezTo>
                      <a:cubicBezTo>
                        <a:pt x="372323" y="88843"/>
                        <a:pt x="338738" y="133576"/>
                        <a:pt x="312299" y="188249"/>
                      </a:cubicBezTo>
                      <a:cubicBezTo>
                        <a:pt x="312299" y="188249"/>
                        <a:pt x="312299" y="188249"/>
                        <a:pt x="310870" y="189670"/>
                      </a:cubicBezTo>
                      <a:cubicBezTo>
                        <a:pt x="310870" y="189670"/>
                        <a:pt x="310870" y="189670"/>
                        <a:pt x="308726" y="189670"/>
                      </a:cubicBezTo>
                      <a:cubicBezTo>
                        <a:pt x="292291" y="184699"/>
                        <a:pt x="273712" y="193220"/>
                        <a:pt x="265851" y="206001"/>
                      </a:cubicBezTo>
                      <a:cubicBezTo>
                        <a:pt x="265851" y="206001"/>
                        <a:pt x="265851" y="206001"/>
                        <a:pt x="263707" y="209551"/>
                      </a:cubicBezTo>
                      <a:cubicBezTo>
                        <a:pt x="263707" y="209551"/>
                        <a:pt x="263707" y="209551"/>
                        <a:pt x="260849" y="208131"/>
                      </a:cubicBezTo>
                      <a:cubicBezTo>
                        <a:pt x="224405" y="193220"/>
                        <a:pt x="197251" y="178309"/>
                        <a:pt x="179387" y="164818"/>
                      </a:cubicBezTo>
                      <a:cubicBezTo>
                        <a:pt x="255847" y="91683"/>
                        <a:pt x="352315" y="39140"/>
                        <a:pt x="458787" y="14288"/>
                      </a:cubicBezTo>
                      <a:close/>
                      <a:moveTo>
                        <a:pt x="711200" y="11113"/>
                      </a:moveTo>
                      <a:cubicBezTo>
                        <a:pt x="823828" y="34825"/>
                        <a:pt x="925764" y="91591"/>
                        <a:pt x="1004888" y="170632"/>
                      </a:cubicBezTo>
                      <a:cubicBezTo>
                        <a:pt x="984929" y="184284"/>
                        <a:pt x="954990" y="200811"/>
                        <a:pt x="910794" y="215901"/>
                      </a:cubicBezTo>
                      <a:cubicBezTo>
                        <a:pt x="910794" y="215901"/>
                        <a:pt x="910794" y="215901"/>
                        <a:pt x="907230" y="215901"/>
                      </a:cubicBezTo>
                      <a:cubicBezTo>
                        <a:pt x="907230" y="215901"/>
                        <a:pt x="907230" y="215901"/>
                        <a:pt x="907230" y="214464"/>
                      </a:cubicBezTo>
                      <a:cubicBezTo>
                        <a:pt x="898676" y="202248"/>
                        <a:pt x="887270" y="195781"/>
                        <a:pt x="873727" y="195781"/>
                      </a:cubicBezTo>
                      <a:cubicBezTo>
                        <a:pt x="873727" y="195781"/>
                        <a:pt x="873727" y="195781"/>
                        <a:pt x="872301" y="195781"/>
                      </a:cubicBezTo>
                      <a:cubicBezTo>
                        <a:pt x="872301" y="195781"/>
                        <a:pt x="872301" y="195781"/>
                        <a:pt x="870875" y="194344"/>
                      </a:cubicBezTo>
                      <a:cubicBezTo>
                        <a:pt x="843788" y="139016"/>
                        <a:pt x="808859" y="93747"/>
                        <a:pt x="768940" y="56382"/>
                      </a:cubicBezTo>
                      <a:cubicBezTo>
                        <a:pt x="749693" y="38418"/>
                        <a:pt x="729734" y="23328"/>
                        <a:pt x="711200" y="11113"/>
                      </a:cubicBezTo>
                      <a:close/>
                      <a:moveTo>
                        <a:pt x="596900" y="0"/>
                      </a:moveTo>
                      <a:cubicBezTo>
                        <a:pt x="611935" y="0"/>
                        <a:pt x="626969" y="0"/>
                        <a:pt x="644152" y="1430"/>
                      </a:cubicBezTo>
                      <a:cubicBezTo>
                        <a:pt x="675653" y="13581"/>
                        <a:pt x="715745" y="35026"/>
                        <a:pt x="755837" y="73626"/>
                      </a:cubicBezTo>
                      <a:cubicBezTo>
                        <a:pt x="792350" y="106507"/>
                        <a:pt x="823851" y="148681"/>
                        <a:pt x="851056" y="198718"/>
                      </a:cubicBezTo>
                      <a:cubicBezTo>
                        <a:pt x="851056" y="198718"/>
                        <a:pt x="851056" y="198718"/>
                        <a:pt x="852488" y="200148"/>
                      </a:cubicBezTo>
                      <a:cubicBezTo>
                        <a:pt x="852488" y="200148"/>
                        <a:pt x="852488" y="200148"/>
                        <a:pt x="848909" y="203722"/>
                      </a:cubicBezTo>
                      <a:cubicBezTo>
                        <a:pt x="838886" y="210155"/>
                        <a:pt x="832442" y="221592"/>
                        <a:pt x="831010" y="233744"/>
                      </a:cubicBezTo>
                      <a:cubicBezTo>
                        <a:pt x="831010" y="233744"/>
                        <a:pt x="831010" y="233744"/>
                        <a:pt x="831010" y="236604"/>
                      </a:cubicBezTo>
                      <a:cubicBezTo>
                        <a:pt x="831010" y="236604"/>
                        <a:pt x="831010" y="236604"/>
                        <a:pt x="827431" y="236604"/>
                      </a:cubicBezTo>
                      <a:cubicBezTo>
                        <a:pt x="768724" y="250185"/>
                        <a:pt x="702142" y="256619"/>
                        <a:pt x="629117" y="258763"/>
                      </a:cubicBezTo>
                      <a:cubicBezTo>
                        <a:pt x="629117" y="258763"/>
                        <a:pt x="629117" y="258763"/>
                        <a:pt x="626969" y="258763"/>
                      </a:cubicBezTo>
                      <a:cubicBezTo>
                        <a:pt x="626969" y="258763"/>
                        <a:pt x="626969" y="258763"/>
                        <a:pt x="626969" y="256619"/>
                      </a:cubicBezTo>
                      <a:cubicBezTo>
                        <a:pt x="621958" y="243752"/>
                        <a:pt x="611935" y="233744"/>
                        <a:pt x="599048" y="228741"/>
                      </a:cubicBezTo>
                      <a:cubicBezTo>
                        <a:pt x="599048" y="228741"/>
                        <a:pt x="599048" y="228741"/>
                        <a:pt x="596900" y="228741"/>
                      </a:cubicBezTo>
                      <a:cubicBezTo>
                        <a:pt x="596900" y="228741"/>
                        <a:pt x="596900" y="228741"/>
                        <a:pt x="596900" y="0"/>
                      </a:cubicBezTo>
                      <a:close/>
                      <a:moveTo>
                        <a:pt x="576262" y="0"/>
                      </a:moveTo>
                      <a:cubicBezTo>
                        <a:pt x="576262" y="0"/>
                        <a:pt x="576262" y="0"/>
                        <a:pt x="576262" y="228741"/>
                      </a:cubicBezTo>
                      <a:cubicBezTo>
                        <a:pt x="576262" y="228741"/>
                        <a:pt x="576262" y="228741"/>
                        <a:pt x="574827" y="228741"/>
                      </a:cubicBezTo>
                      <a:cubicBezTo>
                        <a:pt x="563341" y="233744"/>
                        <a:pt x="553292" y="243752"/>
                        <a:pt x="548267" y="256619"/>
                      </a:cubicBezTo>
                      <a:cubicBezTo>
                        <a:pt x="548267" y="256619"/>
                        <a:pt x="548267" y="256619"/>
                        <a:pt x="546114" y="258763"/>
                      </a:cubicBezTo>
                      <a:cubicBezTo>
                        <a:pt x="546114" y="258763"/>
                        <a:pt x="546114" y="258763"/>
                        <a:pt x="544678" y="258763"/>
                      </a:cubicBezTo>
                      <a:cubicBezTo>
                        <a:pt x="470742" y="256619"/>
                        <a:pt x="402548" y="248755"/>
                        <a:pt x="343687" y="233744"/>
                      </a:cubicBezTo>
                      <a:cubicBezTo>
                        <a:pt x="343687" y="233744"/>
                        <a:pt x="343687" y="233744"/>
                        <a:pt x="342251" y="233744"/>
                      </a:cubicBezTo>
                      <a:cubicBezTo>
                        <a:pt x="342251" y="233744"/>
                        <a:pt x="342251" y="233744"/>
                        <a:pt x="340815" y="230170"/>
                      </a:cubicBezTo>
                      <a:cubicBezTo>
                        <a:pt x="340815" y="220163"/>
                        <a:pt x="337226" y="210155"/>
                        <a:pt x="330766" y="203722"/>
                      </a:cubicBezTo>
                      <a:cubicBezTo>
                        <a:pt x="330766" y="203722"/>
                        <a:pt x="330766" y="203722"/>
                        <a:pt x="328612" y="201578"/>
                      </a:cubicBezTo>
                      <a:cubicBezTo>
                        <a:pt x="328612" y="201578"/>
                        <a:pt x="328612" y="201578"/>
                        <a:pt x="330766" y="198718"/>
                      </a:cubicBezTo>
                      <a:cubicBezTo>
                        <a:pt x="355890" y="148681"/>
                        <a:pt x="386038" y="103648"/>
                        <a:pt x="422647" y="70052"/>
                      </a:cubicBezTo>
                      <a:cubicBezTo>
                        <a:pt x="459257" y="35026"/>
                        <a:pt x="495866" y="15011"/>
                        <a:pt x="526014" y="3574"/>
                      </a:cubicBezTo>
                      <a:cubicBezTo>
                        <a:pt x="543242" y="0"/>
                        <a:pt x="559752" y="0"/>
                        <a:pt x="576262" y="0"/>
                      </a:cubicBezTo>
                      <a:close/>
                    </a:path>
                  </a:pathLst>
                </a:custGeom>
                <a:solidFill>
                  <a:srgbClr val="861226"/>
                </a:solidFill>
                <a:ln>
                  <a:noFill/>
                </a:ln>
              </p:spPr>
              <p:txBody>
                <a:bodyPr vert="horz" wrap="square" lIns="91440" tIns="45720" rIns="91440" bIns="45720" numCol="1" anchor="t" anchorCtr="0" compatLnSpc="1">
                  <a:prstTxWarp prst="textNoShape">
                    <a:avLst/>
                  </a:prstTxWarp>
                  <a:noAutofit/>
                </a:bodyPr>
                <a:lstStyle/>
                <a:p>
                  <a:endParaRPr lang="de-DE" sz="1600" dirty="0"/>
                </a:p>
              </p:txBody>
            </p:sp>
            <p:sp>
              <p:nvSpPr>
                <p:cNvPr id="35" name="Freeform 34"/>
                <p:cNvSpPr>
                  <a:spLocks/>
                </p:cNvSpPr>
                <p:nvPr/>
              </p:nvSpPr>
              <p:spPr bwMode="auto">
                <a:xfrm>
                  <a:off x="6634163" y="2776538"/>
                  <a:ext cx="1306513" cy="1304925"/>
                </a:xfrm>
                <a:custGeom>
                  <a:avLst/>
                  <a:gdLst>
                    <a:gd name="connsiteX0" fmla="*/ 1054100 w 1306513"/>
                    <a:gd name="connsiteY0" fmla="*/ 1155700 h 1304925"/>
                    <a:gd name="connsiteX1" fmla="*/ 1066367 w 1306513"/>
                    <a:gd name="connsiteY1" fmla="*/ 1157127 h 1304925"/>
                    <a:gd name="connsiteX2" fmla="*/ 1093787 w 1306513"/>
                    <a:gd name="connsiteY2" fmla="*/ 1194237 h 1304925"/>
                    <a:gd name="connsiteX3" fmla="*/ 1054100 w 1306513"/>
                    <a:gd name="connsiteY3" fmla="*/ 1233488 h 1304925"/>
                    <a:gd name="connsiteX4" fmla="*/ 1014412 w 1306513"/>
                    <a:gd name="connsiteY4" fmla="*/ 1194951 h 1304925"/>
                    <a:gd name="connsiteX5" fmla="*/ 1014412 w 1306513"/>
                    <a:gd name="connsiteY5" fmla="*/ 1194237 h 1304925"/>
                    <a:gd name="connsiteX6" fmla="*/ 1054100 w 1306513"/>
                    <a:gd name="connsiteY6" fmla="*/ 1155700 h 1304925"/>
                    <a:gd name="connsiteX7" fmla="*/ 1052675 w 1306513"/>
                    <a:gd name="connsiteY7" fmla="*/ 1065212 h 1304925"/>
                    <a:gd name="connsiteX8" fmla="*/ 1071200 w 1306513"/>
                    <a:gd name="connsiteY8" fmla="*/ 1066666 h 1304925"/>
                    <a:gd name="connsiteX9" fmla="*/ 1105400 w 1306513"/>
                    <a:gd name="connsiteY9" fmla="*/ 1077568 h 1304925"/>
                    <a:gd name="connsiteX10" fmla="*/ 1133187 w 1306513"/>
                    <a:gd name="connsiteY10" fmla="*/ 1094284 h 1304925"/>
                    <a:gd name="connsiteX11" fmla="*/ 1136750 w 1306513"/>
                    <a:gd name="connsiteY11" fmla="*/ 1097192 h 1304925"/>
                    <a:gd name="connsiteX12" fmla="*/ 1139600 w 1306513"/>
                    <a:gd name="connsiteY12" fmla="*/ 1119723 h 1304925"/>
                    <a:gd name="connsiteX13" fmla="*/ 1126775 w 1306513"/>
                    <a:gd name="connsiteY13" fmla="*/ 1125537 h 1304925"/>
                    <a:gd name="connsiteX14" fmla="*/ 1117512 w 1306513"/>
                    <a:gd name="connsiteY14" fmla="*/ 1122630 h 1304925"/>
                    <a:gd name="connsiteX15" fmla="*/ 1111100 w 1306513"/>
                    <a:gd name="connsiteY15" fmla="*/ 1117542 h 1304925"/>
                    <a:gd name="connsiteX16" fmla="*/ 1081175 w 1306513"/>
                    <a:gd name="connsiteY16" fmla="*/ 1101552 h 1304925"/>
                    <a:gd name="connsiteX17" fmla="*/ 1052675 w 1306513"/>
                    <a:gd name="connsiteY17" fmla="*/ 1096465 h 1304925"/>
                    <a:gd name="connsiteX18" fmla="*/ 1038425 w 1306513"/>
                    <a:gd name="connsiteY18" fmla="*/ 1097918 h 1304925"/>
                    <a:gd name="connsiteX19" fmla="*/ 992112 w 1306513"/>
                    <a:gd name="connsiteY19" fmla="*/ 1121176 h 1304925"/>
                    <a:gd name="connsiteX20" fmla="*/ 981425 w 1306513"/>
                    <a:gd name="connsiteY20" fmla="*/ 1125537 h 1304925"/>
                    <a:gd name="connsiteX21" fmla="*/ 970025 w 1306513"/>
                    <a:gd name="connsiteY21" fmla="*/ 1121176 h 1304925"/>
                    <a:gd name="connsiteX22" fmla="*/ 970025 w 1306513"/>
                    <a:gd name="connsiteY22" fmla="*/ 1098645 h 1304925"/>
                    <a:gd name="connsiteX23" fmla="*/ 1052675 w 1306513"/>
                    <a:gd name="connsiteY23" fmla="*/ 1065212 h 1304925"/>
                    <a:gd name="connsiteX24" fmla="*/ 1052397 w 1306513"/>
                    <a:gd name="connsiteY24" fmla="*/ 973137 h 1304925"/>
                    <a:gd name="connsiteX25" fmla="*/ 1135869 w 1306513"/>
                    <a:gd name="connsiteY25" fmla="*/ 990365 h 1304925"/>
                    <a:gd name="connsiteX26" fmla="*/ 1164407 w 1306513"/>
                    <a:gd name="connsiteY26" fmla="*/ 1004721 h 1304925"/>
                    <a:gd name="connsiteX27" fmla="*/ 1191518 w 1306513"/>
                    <a:gd name="connsiteY27" fmla="*/ 1021949 h 1304925"/>
                    <a:gd name="connsiteX28" fmla="*/ 1197939 w 1306513"/>
                    <a:gd name="connsiteY28" fmla="*/ 1026974 h 1304925"/>
                    <a:gd name="connsiteX29" fmla="*/ 1200793 w 1306513"/>
                    <a:gd name="connsiteY29" fmla="*/ 1049227 h 1304925"/>
                    <a:gd name="connsiteX30" fmla="*/ 1188664 w 1306513"/>
                    <a:gd name="connsiteY30" fmla="*/ 1055687 h 1304925"/>
                    <a:gd name="connsiteX31" fmla="*/ 1178676 w 1306513"/>
                    <a:gd name="connsiteY31" fmla="*/ 1052098 h 1304925"/>
                    <a:gd name="connsiteX32" fmla="*/ 1172968 w 1306513"/>
                    <a:gd name="connsiteY32" fmla="*/ 1047791 h 1304925"/>
                    <a:gd name="connsiteX33" fmla="*/ 1145858 w 1306513"/>
                    <a:gd name="connsiteY33" fmla="*/ 1030563 h 1304925"/>
                    <a:gd name="connsiteX34" fmla="*/ 1116607 w 1306513"/>
                    <a:gd name="connsiteY34" fmla="*/ 1016207 h 1304925"/>
                    <a:gd name="connsiteX35" fmla="*/ 1052397 w 1306513"/>
                    <a:gd name="connsiteY35" fmla="*/ 1004004 h 1304925"/>
                    <a:gd name="connsiteX36" fmla="*/ 1029567 w 1306513"/>
                    <a:gd name="connsiteY36" fmla="*/ 1005439 h 1304925"/>
                    <a:gd name="connsiteX37" fmla="*/ 993894 w 1306513"/>
                    <a:gd name="connsiteY37" fmla="*/ 1014771 h 1304925"/>
                    <a:gd name="connsiteX38" fmla="*/ 931112 w 1306513"/>
                    <a:gd name="connsiteY38" fmla="*/ 1051380 h 1304925"/>
                    <a:gd name="connsiteX39" fmla="*/ 925404 w 1306513"/>
                    <a:gd name="connsiteY39" fmla="*/ 1054969 h 1304925"/>
                    <a:gd name="connsiteX40" fmla="*/ 920410 w 1306513"/>
                    <a:gd name="connsiteY40" fmla="*/ 1055687 h 1304925"/>
                    <a:gd name="connsiteX41" fmla="*/ 908995 w 1306513"/>
                    <a:gd name="connsiteY41" fmla="*/ 1050662 h 1304925"/>
                    <a:gd name="connsiteX42" fmla="*/ 905428 w 1306513"/>
                    <a:gd name="connsiteY42" fmla="*/ 1044920 h 1304925"/>
                    <a:gd name="connsiteX43" fmla="*/ 909708 w 1306513"/>
                    <a:gd name="connsiteY43" fmla="*/ 1028410 h 1304925"/>
                    <a:gd name="connsiteX44" fmla="*/ 913989 w 1306513"/>
                    <a:gd name="connsiteY44" fmla="*/ 1024103 h 1304925"/>
                    <a:gd name="connsiteX45" fmla="*/ 980339 w 1306513"/>
                    <a:gd name="connsiteY45" fmla="*/ 986058 h 1304925"/>
                    <a:gd name="connsiteX46" fmla="*/ 993894 w 1306513"/>
                    <a:gd name="connsiteY46" fmla="*/ 981751 h 1304925"/>
                    <a:gd name="connsiteX47" fmla="*/ 1052397 w 1306513"/>
                    <a:gd name="connsiteY47" fmla="*/ 973137 h 1304925"/>
                    <a:gd name="connsiteX48" fmla="*/ 1051683 w 1306513"/>
                    <a:gd name="connsiteY48" fmla="*/ 879475 h 1304925"/>
                    <a:gd name="connsiteX49" fmla="*/ 1183672 w 1306513"/>
                    <a:gd name="connsiteY49" fmla="*/ 910468 h 1304925"/>
                    <a:gd name="connsiteX50" fmla="*/ 1211497 w 1306513"/>
                    <a:gd name="connsiteY50" fmla="*/ 924556 h 1304925"/>
                    <a:gd name="connsiteX51" fmla="*/ 1238608 w 1306513"/>
                    <a:gd name="connsiteY51" fmla="*/ 941462 h 1304925"/>
                    <a:gd name="connsiteX52" fmla="*/ 1261439 w 1306513"/>
                    <a:gd name="connsiteY52" fmla="*/ 958367 h 1304925"/>
                    <a:gd name="connsiteX53" fmla="*/ 1264293 w 1306513"/>
                    <a:gd name="connsiteY53" fmla="*/ 980203 h 1304925"/>
                    <a:gd name="connsiteX54" fmla="*/ 1252164 w 1306513"/>
                    <a:gd name="connsiteY54" fmla="*/ 985838 h 1304925"/>
                    <a:gd name="connsiteX55" fmla="*/ 1242176 w 1306513"/>
                    <a:gd name="connsiteY55" fmla="*/ 982316 h 1304925"/>
                    <a:gd name="connsiteX56" fmla="*/ 1224339 w 1306513"/>
                    <a:gd name="connsiteY56" fmla="*/ 968933 h 1304925"/>
                    <a:gd name="connsiteX57" fmla="*/ 1197228 w 1306513"/>
                    <a:gd name="connsiteY57" fmla="*/ 952027 h 1304925"/>
                    <a:gd name="connsiteX58" fmla="*/ 1169403 w 1306513"/>
                    <a:gd name="connsiteY58" fmla="*/ 937235 h 1304925"/>
                    <a:gd name="connsiteX59" fmla="*/ 1052397 w 1306513"/>
                    <a:gd name="connsiteY59" fmla="*/ 910468 h 1304925"/>
                    <a:gd name="connsiteX60" fmla="*/ 978197 w 1306513"/>
                    <a:gd name="connsiteY60" fmla="*/ 921034 h 1304925"/>
                    <a:gd name="connsiteX61" fmla="*/ 977484 w 1306513"/>
                    <a:gd name="connsiteY61" fmla="*/ 921034 h 1304925"/>
                    <a:gd name="connsiteX62" fmla="*/ 953940 w 1306513"/>
                    <a:gd name="connsiteY62" fmla="*/ 929487 h 1304925"/>
                    <a:gd name="connsiteX63" fmla="*/ 891156 w 1306513"/>
                    <a:gd name="connsiteY63" fmla="*/ 963298 h 1304925"/>
                    <a:gd name="connsiteX64" fmla="*/ 869039 w 1306513"/>
                    <a:gd name="connsiteY64" fmla="*/ 980203 h 1304925"/>
                    <a:gd name="connsiteX65" fmla="*/ 867612 w 1306513"/>
                    <a:gd name="connsiteY65" fmla="*/ 981612 h 1304925"/>
                    <a:gd name="connsiteX66" fmla="*/ 856910 w 1306513"/>
                    <a:gd name="connsiteY66" fmla="*/ 985838 h 1304925"/>
                    <a:gd name="connsiteX67" fmla="*/ 845495 w 1306513"/>
                    <a:gd name="connsiteY67" fmla="*/ 981612 h 1304925"/>
                    <a:gd name="connsiteX68" fmla="*/ 841928 w 1306513"/>
                    <a:gd name="connsiteY68" fmla="*/ 975977 h 1304925"/>
                    <a:gd name="connsiteX69" fmla="*/ 846208 w 1306513"/>
                    <a:gd name="connsiteY69" fmla="*/ 959071 h 1304925"/>
                    <a:gd name="connsiteX70" fmla="*/ 849776 w 1306513"/>
                    <a:gd name="connsiteY70" fmla="*/ 955549 h 1304925"/>
                    <a:gd name="connsiteX71" fmla="*/ 963928 w 1306513"/>
                    <a:gd name="connsiteY71" fmla="*/ 892859 h 1304925"/>
                    <a:gd name="connsiteX72" fmla="*/ 967496 w 1306513"/>
                    <a:gd name="connsiteY72" fmla="*/ 892154 h 1304925"/>
                    <a:gd name="connsiteX73" fmla="*/ 986759 w 1306513"/>
                    <a:gd name="connsiteY73" fmla="*/ 886519 h 1304925"/>
                    <a:gd name="connsiteX74" fmla="*/ 1051683 w 1306513"/>
                    <a:gd name="connsiteY74" fmla="*/ 879475 h 1304925"/>
                    <a:gd name="connsiteX75" fmla="*/ 653257 w 1306513"/>
                    <a:gd name="connsiteY75" fmla="*/ 0 h 1304925"/>
                    <a:gd name="connsiteX76" fmla="*/ 1114968 w 1306513"/>
                    <a:gd name="connsiteY76" fmla="*/ 191313 h 1304925"/>
                    <a:gd name="connsiteX77" fmla="*/ 1306513 w 1306513"/>
                    <a:gd name="connsiteY77" fmla="*/ 652463 h 1304925"/>
                    <a:gd name="connsiteX78" fmla="*/ 1252194 w 1306513"/>
                    <a:gd name="connsiteY78" fmla="*/ 913733 h 1304925"/>
                    <a:gd name="connsiteX79" fmla="*/ 1225035 w 1306513"/>
                    <a:gd name="connsiteY79" fmla="*/ 896601 h 1304925"/>
                    <a:gd name="connsiteX80" fmla="*/ 1275065 w 1306513"/>
                    <a:gd name="connsiteY80" fmla="*/ 652463 h 1304925"/>
                    <a:gd name="connsiteX81" fmla="*/ 653257 w 1306513"/>
                    <a:gd name="connsiteY81" fmla="*/ 31410 h 1304925"/>
                    <a:gd name="connsiteX82" fmla="*/ 31448 w 1306513"/>
                    <a:gd name="connsiteY82" fmla="*/ 652463 h 1304925"/>
                    <a:gd name="connsiteX83" fmla="*/ 653257 w 1306513"/>
                    <a:gd name="connsiteY83" fmla="*/ 1273516 h 1304925"/>
                    <a:gd name="connsiteX84" fmla="*/ 986317 w 1306513"/>
                    <a:gd name="connsiteY84" fmla="*/ 1177145 h 1304925"/>
                    <a:gd name="connsiteX85" fmla="*/ 983459 w 1306513"/>
                    <a:gd name="connsiteY85" fmla="*/ 1194992 h 1304925"/>
                    <a:gd name="connsiteX86" fmla="*/ 986317 w 1306513"/>
                    <a:gd name="connsiteY86" fmla="*/ 1214266 h 1304925"/>
                    <a:gd name="connsiteX87" fmla="*/ 653257 w 1306513"/>
                    <a:gd name="connsiteY87" fmla="*/ 1304925 h 1304925"/>
                    <a:gd name="connsiteX88" fmla="*/ 191546 w 1306513"/>
                    <a:gd name="connsiteY88" fmla="*/ 1113612 h 1304925"/>
                    <a:gd name="connsiteX89" fmla="*/ 0 w 1306513"/>
                    <a:gd name="connsiteY89" fmla="*/ 652463 h 1304925"/>
                    <a:gd name="connsiteX90" fmla="*/ 191546 w 1306513"/>
                    <a:gd name="connsiteY90" fmla="*/ 191313 h 1304925"/>
                    <a:gd name="connsiteX91" fmla="*/ 653257 w 1306513"/>
                    <a:gd name="connsiteY91" fmla="*/ 0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306513" h="1304925">
                      <a:moveTo>
                        <a:pt x="1054100" y="1155700"/>
                      </a:moveTo>
                      <a:cubicBezTo>
                        <a:pt x="1058429" y="1155700"/>
                        <a:pt x="1062037" y="1156414"/>
                        <a:pt x="1066367" y="1157127"/>
                      </a:cubicBezTo>
                      <a:cubicBezTo>
                        <a:pt x="1082242" y="1162123"/>
                        <a:pt x="1093787" y="1177110"/>
                        <a:pt x="1093787" y="1194237"/>
                      </a:cubicBezTo>
                      <a:cubicBezTo>
                        <a:pt x="1093787" y="1216360"/>
                        <a:pt x="1075747" y="1233488"/>
                        <a:pt x="1054100" y="1233488"/>
                      </a:cubicBezTo>
                      <a:cubicBezTo>
                        <a:pt x="1032452" y="1233488"/>
                        <a:pt x="1015134" y="1216360"/>
                        <a:pt x="1014412" y="1194951"/>
                      </a:cubicBezTo>
                      <a:cubicBezTo>
                        <a:pt x="1014412" y="1194951"/>
                        <a:pt x="1014412" y="1194951"/>
                        <a:pt x="1014412" y="1194237"/>
                      </a:cubicBezTo>
                      <a:cubicBezTo>
                        <a:pt x="1014412" y="1172828"/>
                        <a:pt x="1032452" y="1155700"/>
                        <a:pt x="1054100" y="1155700"/>
                      </a:cubicBezTo>
                      <a:close/>
                      <a:moveTo>
                        <a:pt x="1052675" y="1065212"/>
                      </a:moveTo>
                      <a:cubicBezTo>
                        <a:pt x="1059087" y="1065212"/>
                        <a:pt x="1064787" y="1065212"/>
                        <a:pt x="1071200" y="1066666"/>
                      </a:cubicBezTo>
                      <a:cubicBezTo>
                        <a:pt x="1082600" y="1068119"/>
                        <a:pt x="1093287" y="1071753"/>
                        <a:pt x="1105400" y="1077568"/>
                      </a:cubicBezTo>
                      <a:cubicBezTo>
                        <a:pt x="1113950" y="1081202"/>
                        <a:pt x="1123212" y="1087016"/>
                        <a:pt x="1133187" y="1094284"/>
                      </a:cubicBezTo>
                      <a:cubicBezTo>
                        <a:pt x="1133900" y="1095011"/>
                        <a:pt x="1135325" y="1096465"/>
                        <a:pt x="1136750" y="1097192"/>
                      </a:cubicBezTo>
                      <a:cubicBezTo>
                        <a:pt x="1143162" y="1102279"/>
                        <a:pt x="1144587" y="1112455"/>
                        <a:pt x="1139600" y="1119723"/>
                      </a:cubicBezTo>
                      <a:cubicBezTo>
                        <a:pt x="1136037" y="1123357"/>
                        <a:pt x="1131762" y="1125537"/>
                        <a:pt x="1126775" y="1125537"/>
                      </a:cubicBezTo>
                      <a:cubicBezTo>
                        <a:pt x="1123212" y="1125537"/>
                        <a:pt x="1120362" y="1124810"/>
                        <a:pt x="1117512" y="1122630"/>
                      </a:cubicBezTo>
                      <a:cubicBezTo>
                        <a:pt x="1115375" y="1120449"/>
                        <a:pt x="1113237" y="1118996"/>
                        <a:pt x="1111100" y="1117542"/>
                      </a:cubicBezTo>
                      <a:cubicBezTo>
                        <a:pt x="1100412" y="1110274"/>
                        <a:pt x="1090437" y="1105187"/>
                        <a:pt x="1081175" y="1101552"/>
                      </a:cubicBezTo>
                      <a:cubicBezTo>
                        <a:pt x="1071200" y="1097918"/>
                        <a:pt x="1061225" y="1096465"/>
                        <a:pt x="1052675" y="1096465"/>
                      </a:cubicBezTo>
                      <a:cubicBezTo>
                        <a:pt x="1047687" y="1096465"/>
                        <a:pt x="1042700" y="1097192"/>
                        <a:pt x="1038425" y="1097918"/>
                      </a:cubicBezTo>
                      <a:cubicBezTo>
                        <a:pt x="1010637" y="1103006"/>
                        <a:pt x="993537" y="1119723"/>
                        <a:pt x="992112" y="1121176"/>
                      </a:cubicBezTo>
                      <a:cubicBezTo>
                        <a:pt x="989262" y="1124084"/>
                        <a:pt x="984987" y="1125537"/>
                        <a:pt x="981425" y="1125537"/>
                      </a:cubicBezTo>
                      <a:cubicBezTo>
                        <a:pt x="977150" y="1125537"/>
                        <a:pt x="972875" y="1124084"/>
                        <a:pt x="970025" y="1121176"/>
                      </a:cubicBezTo>
                      <a:cubicBezTo>
                        <a:pt x="963612" y="1114635"/>
                        <a:pt x="964325" y="1104460"/>
                        <a:pt x="970025" y="1098645"/>
                      </a:cubicBezTo>
                      <a:cubicBezTo>
                        <a:pt x="985700" y="1082655"/>
                        <a:pt x="1015625" y="1065212"/>
                        <a:pt x="1052675" y="1065212"/>
                      </a:cubicBezTo>
                      <a:close/>
                      <a:moveTo>
                        <a:pt x="1052397" y="973137"/>
                      </a:moveTo>
                      <a:cubicBezTo>
                        <a:pt x="1077367" y="973137"/>
                        <a:pt x="1105905" y="977444"/>
                        <a:pt x="1135869" y="990365"/>
                      </a:cubicBezTo>
                      <a:cubicBezTo>
                        <a:pt x="1145144" y="993954"/>
                        <a:pt x="1155132" y="998979"/>
                        <a:pt x="1164407" y="1004721"/>
                      </a:cubicBezTo>
                      <a:cubicBezTo>
                        <a:pt x="1172968" y="1009746"/>
                        <a:pt x="1182243" y="1015489"/>
                        <a:pt x="1191518" y="1021949"/>
                      </a:cubicBezTo>
                      <a:cubicBezTo>
                        <a:pt x="1193658" y="1023385"/>
                        <a:pt x="1195799" y="1025538"/>
                        <a:pt x="1197939" y="1026974"/>
                      </a:cubicBezTo>
                      <a:cubicBezTo>
                        <a:pt x="1205073" y="1032717"/>
                        <a:pt x="1206500" y="1042048"/>
                        <a:pt x="1200793" y="1049227"/>
                      </a:cubicBezTo>
                      <a:cubicBezTo>
                        <a:pt x="1197939" y="1053534"/>
                        <a:pt x="1192945" y="1055687"/>
                        <a:pt x="1188664" y="1055687"/>
                      </a:cubicBezTo>
                      <a:cubicBezTo>
                        <a:pt x="1185097" y="1055687"/>
                        <a:pt x="1181530" y="1054251"/>
                        <a:pt x="1178676" y="1052098"/>
                      </a:cubicBezTo>
                      <a:cubicBezTo>
                        <a:pt x="1176536" y="1050662"/>
                        <a:pt x="1175109" y="1049227"/>
                        <a:pt x="1172968" y="1047791"/>
                      </a:cubicBezTo>
                      <a:cubicBezTo>
                        <a:pt x="1163694" y="1040613"/>
                        <a:pt x="1154419" y="1034870"/>
                        <a:pt x="1145858" y="1030563"/>
                      </a:cubicBezTo>
                      <a:cubicBezTo>
                        <a:pt x="1135869" y="1024821"/>
                        <a:pt x="1125881" y="1019796"/>
                        <a:pt x="1116607" y="1016207"/>
                      </a:cubicBezTo>
                      <a:cubicBezTo>
                        <a:pt x="1093776" y="1007593"/>
                        <a:pt x="1071660" y="1004004"/>
                        <a:pt x="1052397" y="1004004"/>
                      </a:cubicBezTo>
                      <a:cubicBezTo>
                        <a:pt x="1044549" y="1004004"/>
                        <a:pt x="1036701" y="1004721"/>
                        <a:pt x="1029567" y="1005439"/>
                      </a:cubicBezTo>
                      <a:cubicBezTo>
                        <a:pt x="1016725" y="1007593"/>
                        <a:pt x="1004596" y="1010464"/>
                        <a:pt x="993894" y="1014771"/>
                      </a:cubicBezTo>
                      <a:cubicBezTo>
                        <a:pt x="956082" y="1027692"/>
                        <a:pt x="933252" y="1049227"/>
                        <a:pt x="931112" y="1051380"/>
                      </a:cubicBezTo>
                      <a:cubicBezTo>
                        <a:pt x="929685" y="1052816"/>
                        <a:pt x="927544" y="1054251"/>
                        <a:pt x="925404" y="1054969"/>
                      </a:cubicBezTo>
                      <a:cubicBezTo>
                        <a:pt x="923977" y="1054969"/>
                        <a:pt x="921837" y="1055687"/>
                        <a:pt x="920410" y="1055687"/>
                      </a:cubicBezTo>
                      <a:cubicBezTo>
                        <a:pt x="916129" y="1055687"/>
                        <a:pt x="911849" y="1053534"/>
                        <a:pt x="908995" y="1050662"/>
                      </a:cubicBezTo>
                      <a:cubicBezTo>
                        <a:pt x="907568" y="1049227"/>
                        <a:pt x="906141" y="1047073"/>
                        <a:pt x="905428" y="1044920"/>
                      </a:cubicBezTo>
                      <a:cubicBezTo>
                        <a:pt x="903287" y="1039177"/>
                        <a:pt x="904714" y="1032717"/>
                        <a:pt x="909708" y="1028410"/>
                      </a:cubicBezTo>
                      <a:cubicBezTo>
                        <a:pt x="909708" y="1028410"/>
                        <a:pt x="911135" y="1026256"/>
                        <a:pt x="913989" y="1024103"/>
                      </a:cubicBezTo>
                      <a:cubicBezTo>
                        <a:pt x="923264" y="1016207"/>
                        <a:pt x="946807" y="998261"/>
                        <a:pt x="980339" y="986058"/>
                      </a:cubicBezTo>
                      <a:cubicBezTo>
                        <a:pt x="984620" y="984622"/>
                        <a:pt x="989614" y="983187"/>
                        <a:pt x="993894" y="981751"/>
                      </a:cubicBezTo>
                      <a:cubicBezTo>
                        <a:pt x="1010304" y="976726"/>
                        <a:pt x="1030280" y="973137"/>
                        <a:pt x="1052397" y="973137"/>
                      </a:cubicBezTo>
                      <a:close/>
                      <a:moveTo>
                        <a:pt x="1051683" y="879475"/>
                      </a:moveTo>
                      <a:cubicBezTo>
                        <a:pt x="1090923" y="879475"/>
                        <a:pt x="1135871" y="887928"/>
                        <a:pt x="1183672" y="910468"/>
                      </a:cubicBezTo>
                      <a:cubicBezTo>
                        <a:pt x="1192947" y="914695"/>
                        <a:pt x="1202222" y="919625"/>
                        <a:pt x="1211497" y="924556"/>
                      </a:cubicBezTo>
                      <a:cubicBezTo>
                        <a:pt x="1220772" y="929487"/>
                        <a:pt x="1230047" y="935122"/>
                        <a:pt x="1238608" y="941462"/>
                      </a:cubicBezTo>
                      <a:cubicBezTo>
                        <a:pt x="1246456" y="947097"/>
                        <a:pt x="1254304" y="952027"/>
                        <a:pt x="1261439" y="958367"/>
                      </a:cubicBezTo>
                      <a:cubicBezTo>
                        <a:pt x="1268573" y="963298"/>
                        <a:pt x="1270000" y="973159"/>
                        <a:pt x="1264293" y="980203"/>
                      </a:cubicBezTo>
                      <a:cubicBezTo>
                        <a:pt x="1261439" y="983725"/>
                        <a:pt x="1256445" y="985838"/>
                        <a:pt x="1252164" y="985838"/>
                      </a:cubicBezTo>
                      <a:cubicBezTo>
                        <a:pt x="1248597" y="985838"/>
                        <a:pt x="1245029" y="985134"/>
                        <a:pt x="1242176" y="982316"/>
                      </a:cubicBezTo>
                      <a:cubicBezTo>
                        <a:pt x="1236468" y="978090"/>
                        <a:pt x="1230047" y="973159"/>
                        <a:pt x="1224339" y="968933"/>
                      </a:cubicBezTo>
                      <a:cubicBezTo>
                        <a:pt x="1215064" y="963298"/>
                        <a:pt x="1206503" y="957662"/>
                        <a:pt x="1197228" y="952027"/>
                      </a:cubicBezTo>
                      <a:cubicBezTo>
                        <a:pt x="1187953" y="947097"/>
                        <a:pt x="1178678" y="942166"/>
                        <a:pt x="1169403" y="937235"/>
                      </a:cubicBezTo>
                      <a:cubicBezTo>
                        <a:pt x="1130877" y="919625"/>
                        <a:pt x="1091637" y="910468"/>
                        <a:pt x="1052397" y="910468"/>
                      </a:cubicBezTo>
                      <a:cubicBezTo>
                        <a:pt x="1027426" y="910468"/>
                        <a:pt x="1002455" y="913990"/>
                        <a:pt x="978197" y="921034"/>
                      </a:cubicBezTo>
                      <a:cubicBezTo>
                        <a:pt x="978197" y="921034"/>
                        <a:pt x="978197" y="921034"/>
                        <a:pt x="977484" y="921034"/>
                      </a:cubicBezTo>
                      <a:cubicBezTo>
                        <a:pt x="969636" y="923852"/>
                        <a:pt x="961074" y="926669"/>
                        <a:pt x="953940" y="929487"/>
                      </a:cubicBezTo>
                      <a:cubicBezTo>
                        <a:pt x="927542" y="940053"/>
                        <a:pt x="906139" y="952732"/>
                        <a:pt x="891156" y="963298"/>
                      </a:cubicBezTo>
                      <a:cubicBezTo>
                        <a:pt x="879741" y="971046"/>
                        <a:pt x="872606" y="977385"/>
                        <a:pt x="869039" y="980203"/>
                      </a:cubicBezTo>
                      <a:cubicBezTo>
                        <a:pt x="868325" y="980907"/>
                        <a:pt x="867612" y="981612"/>
                        <a:pt x="867612" y="981612"/>
                      </a:cubicBezTo>
                      <a:cubicBezTo>
                        <a:pt x="864758" y="984429"/>
                        <a:pt x="861191" y="985838"/>
                        <a:pt x="856910" y="985838"/>
                      </a:cubicBezTo>
                      <a:cubicBezTo>
                        <a:pt x="852629" y="985838"/>
                        <a:pt x="849062" y="984429"/>
                        <a:pt x="845495" y="981612"/>
                      </a:cubicBezTo>
                      <a:cubicBezTo>
                        <a:pt x="844068" y="979499"/>
                        <a:pt x="843355" y="978090"/>
                        <a:pt x="841928" y="975977"/>
                      </a:cubicBezTo>
                      <a:cubicBezTo>
                        <a:pt x="839787" y="970342"/>
                        <a:pt x="841214" y="964002"/>
                        <a:pt x="846208" y="959071"/>
                      </a:cubicBezTo>
                      <a:cubicBezTo>
                        <a:pt x="846208" y="959071"/>
                        <a:pt x="847635" y="957662"/>
                        <a:pt x="849776" y="955549"/>
                      </a:cubicBezTo>
                      <a:cubicBezTo>
                        <a:pt x="862618" y="944279"/>
                        <a:pt x="903285" y="911877"/>
                        <a:pt x="963928" y="892859"/>
                      </a:cubicBezTo>
                      <a:cubicBezTo>
                        <a:pt x="965355" y="892859"/>
                        <a:pt x="966069" y="892154"/>
                        <a:pt x="967496" y="892154"/>
                      </a:cubicBezTo>
                      <a:cubicBezTo>
                        <a:pt x="973917" y="890041"/>
                        <a:pt x="980338" y="888632"/>
                        <a:pt x="986759" y="886519"/>
                      </a:cubicBezTo>
                      <a:cubicBezTo>
                        <a:pt x="1006022" y="882293"/>
                        <a:pt x="1028139" y="879475"/>
                        <a:pt x="1051683" y="879475"/>
                      </a:cubicBezTo>
                      <a:close/>
                      <a:moveTo>
                        <a:pt x="653257" y="0"/>
                      </a:moveTo>
                      <a:cubicBezTo>
                        <a:pt x="827649" y="0"/>
                        <a:pt x="992035" y="67816"/>
                        <a:pt x="1114968" y="191313"/>
                      </a:cubicBezTo>
                      <a:cubicBezTo>
                        <a:pt x="1238615" y="314096"/>
                        <a:pt x="1306513" y="478282"/>
                        <a:pt x="1306513" y="652463"/>
                      </a:cubicBezTo>
                      <a:cubicBezTo>
                        <a:pt x="1306513" y="743836"/>
                        <a:pt x="1287930" y="832354"/>
                        <a:pt x="1252194" y="913733"/>
                      </a:cubicBezTo>
                      <a:cubicBezTo>
                        <a:pt x="1242903" y="907309"/>
                        <a:pt x="1234326" y="901598"/>
                        <a:pt x="1225035" y="896601"/>
                      </a:cubicBezTo>
                      <a:cubicBezTo>
                        <a:pt x="1257197" y="821646"/>
                        <a:pt x="1275065" y="738839"/>
                        <a:pt x="1275065" y="652463"/>
                      </a:cubicBezTo>
                      <a:cubicBezTo>
                        <a:pt x="1275065" y="309813"/>
                        <a:pt x="996324" y="31410"/>
                        <a:pt x="653257" y="31410"/>
                      </a:cubicBezTo>
                      <a:cubicBezTo>
                        <a:pt x="310190" y="31410"/>
                        <a:pt x="31448" y="309813"/>
                        <a:pt x="31448" y="652463"/>
                      </a:cubicBezTo>
                      <a:cubicBezTo>
                        <a:pt x="31448" y="995113"/>
                        <a:pt x="310190" y="1273516"/>
                        <a:pt x="653257" y="1273516"/>
                      </a:cubicBezTo>
                      <a:cubicBezTo>
                        <a:pt x="775474" y="1273516"/>
                        <a:pt x="889830" y="1237823"/>
                        <a:pt x="986317" y="1177145"/>
                      </a:cubicBezTo>
                      <a:cubicBezTo>
                        <a:pt x="984173" y="1182856"/>
                        <a:pt x="983459" y="1189281"/>
                        <a:pt x="983459" y="1194992"/>
                      </a:cubicBezTo>
                      <a:cubicBezTo>
                        <a:pt x="983459" y="1202130"/>
                        <a:pt x="984173" y="1207841"/>
                        <a:pt x="986317" y="1214266"/>
                      </a:cubicBezTo>
                      <a:cubicBezTo>
                        <a:pt x="886256" y="1273516"/>
                        <a:pt x="772615" y="1304925"/>
                        <a:pt x="653257" y="1304925"/>
                      </a:cubicBezTo>
                      <a:cubicBezTo>
                        <a:pt x="478864" y="1304925"/>
                        <a:pt x="314478" y="1237109"/>
                        <a:pt x="191546" y="1113612"/>
                      </a:cubicBezTo>
                      <a:cubicBezTo>
                        <a:pt x="67899" y="990829"/>
                        <a:pt x="0" y="826643"/>
                        <a:pt x="0" y="652463"/>
                      </a:cubicBezTo>
                      <a:cubicBezTo>
                        <a:pt x="0" y="478282"/>
                        <a:pt x="67899" y="314096"/>
                        <a:pt x="191546" y="191313"/>
                      </a:cubicBezTo>
                      <a:cubicBezTo>
                        <a:pt x="314478" y="67816"/>
                        <a:pt x="478864" y="0"/>
                        <a:pt x="653257" y="0"/>
                      </a:cubicBezTo>
                      <a:close/>
                    </a:path>
                  </a:pathLst>
                </a:custGeom>
                <a:solidFill>
                  <a:srgbClr val="9F8D3B"/>
                </a:solidFill>
                <a:ln>
                  <a:noFill/>
                </a:ln>
              </p:spPr>
              <p:txBody>
                <a:bodyPr vert="horz" wrap="square" lIns="91440" tIns="45720" rIns="91440" bIns="45720" numCol="1" anchor="t" anchorCtr="0" compatLnSpc="1">
                  <a:prstTxWarp prst="textNoShape">
                    <a:avLst/>
                  </a:prstTxWarp>
                  <a:noAutofit/>
                </a:bodyPr>
                <a:lstStyle/>
                <a:p>
                  <a:endParaRPr lang="de-DE" sz="1600" dirty="0"/>
                </a:p>
              </p:txBody>
            </p:sp>
          </p:grpSp>
        </p:grpSp>
      </p:grpSp>
      <p:sp>
        <p:nvSpPr>
          <p:cNvPr id="11" name="TextBox 10"/>
          <p:cNvSpPr txBox="1"/>
          <p:nvPr/>
        </p:nvSpPr>
        <p:spPr>
          <a:xfrm>
            <a:off x="4171949" y="200000"/>
            <a:ext cx="6425947" cy="3135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ctr" anchorCtr="0" forceAA="0" compatLnSpc="1">
            <a:prstTxWarp prst="textNoShape">
              <a:avLst/>
            </a:prstTxWarp>
            <a:spAutoFit/>
          </a:bodyPr>
          <a:lstStyle/>
          <a:p>
            <a:r>
              <a:rPr lang="de-DE" sz="1600" b="1" dirty="0">
                <a:solidFill>
                  <a:srgbClr val="9B8548"/>
                </a:solidFill>
              </a:rPr>
              <a:t>Vorspeisen</a:t>
            </a:r>
          </a:p>
        </p:txBody>
      </p:sp>
      <p:sp>
        <p:nvSpPr>
          <p:cNvPr id="14" name="TextBox 13"/>
          <p:cNvSpPr txBox="1"/>
          <p:nvPr/>
        </p:nvSpPr>
        <p:spPr>
          <a:xfrm>
            <a:off x="4171949" y="2971800"/>
            <a:ext cx="6425947" cy="3135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ctr" anchorCtr="0" forceAA="0" compatLnSpc="1">
            <a:prstTxWarp prst="textNoShape">
              <a:avLst/>
            </a:prstTxWarp>
            <a:spAutoFit/>
          </a:bodyPr>
          <a:lstStyle/>
          <a:p>
            <a:r>
              <a:rPr lang="de-DE" sz="1600" b="1" dirty="0">
                <a:solidFill>
                  <a:srgbClr val="9B8548"/>
                </a:solidFill>
              </a:rPr>
              <a:t>Hauptgerichte</a:t>
            </a:r>
          </a:p>
        </p:txBody>
      </p:sp>
      <p:sp>
        <p:nvSpPr>
          <p:cNvPr id="112" name="TextBox 111">
            <a:extLst>
              <a:ext uri="{FF2B5EF4-FFF2-40B4-BE49-F238E27FC236}">
                <a16:creationId xmlns:a16="http://schemas.microsoft.com/office/drawing/2014/main" id="{8A5804DA-1952-4EF3-A029-9B81F2DF28B6}"/>
              </a:ext>
            </a:extLst>
          </p:cNvPr>
          <p:cNvSpPr txBox="1"/>
          <p:nvPr/>
        </p:nvSpPr>
        <p:spPr>
          <a:xfrm>
            <a:off x="-82296" y="377447"/>
            <a:ext cx="4160520" cy="479233"/>
          </a:xfrm>
          <a:prstGeom prst="rect">
            <a:avLst/>
          </a:prstGeom>
          <a:solidFill>
            <a:srgbClr val="8C1429"/>
          </a:solidFill>
          <a:ln w="9525" cap="rnd" cmpd="sng" algn="ctr">
            <a:noFill/>
            <a:prstDash val="solid"/>
            <a:round/>
          </a:ln>
          <a:effectLst/>
          <a:extLst>
            <a:ext uri="{91240B29-F687-4F45-9708-019B960494DF}">
              <a14:hiddenLine xmlns:a14="http://schemas.microsoft.com/office/drawing/2010/main" w="9525" cap="rnd" cmpd="sng" algn="ctr">
                <a:solidFill>
                  <a:srgbClr val="9B8548"/>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pPr>
            <a:r>
              <a:rPr lang="de-DE" b="1">
                <a:solidFill>
                  <a:srgbClr val="FFFFFF"/>
                </a:solidFill>
              </a:rPr>
              <a:t>Speisekarte</a:t>
            </a:r>
            <a:endParaRPr lang="de-DE" dirty="0">
              <a:solidFill>
                <a:srgbClr val="FFFFFF"/>
              </a:solidFill>
            </a:endParaRPr>
          </a:p>
        </p:txBody>
      </p:sp>
      <p:sp>
        <p:nvSpPr>
          <p:cNvPr id="94" name="TextBox 93">
            <a:extLst>
              <a:ext uri="{FF2B5EF4-FFF2-40B4-BE49-F238E27FC236}">
                <a16:creationId xmlns:a16="http://schemas.microsoft.com/office/drawing/2014/main" id="{07864A4D-5142-4B50-9DB6-F36B542BEE36}"/>
              </a:ext>
            </a:extLst>
          </p:cNvPr>
          <p:cNvSpPr txBox="1"/>
          <p:nvPr/>
        </p:nvSpPr>
        <p:spPr>
          <a:xfrm>
            <a:off x="278606" y="5099560"/>
            <a:ext cx="3531394" cy="81560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spcBef>
                <a:spcPts val="300"/>
              </a:spcBef>
            </a:pPr>
            <a:r>
              <a:rPr lang="de-DE" sz="1400" b="1" dirty="0">
                <a:solidFill>
                  <a:srgbClr val="96152B"/>
                </a:solidFill>
              </a:rPr>
              <a:t>Öffnungszeiten </a:t>
            </a:r>
          </a:p>
          <a:p>
            <a:pPr>
              <a:spcBef>
                <a:spcPts val="300"/>
              </a:spcBef>
            </a:pPr>
            <a:r>
              <a:rPr lang="de-DE" sz="1400" dirty="0">
                <a:solidFill>
                  <a:srgbClr val="575757"/>
                </a:solidFill>
              </a:rPr>
              <a:t>Donnerstag – Samstag	  ab 18:00 Uhr</a:t>
            </a:r>
          </a:p>
          <a:p>
            <a:pPr>
              <a:spcBef>
                <a:spcPts val="300"/>
              </a:spcBef>
            </a:pPr>
            <a:r>
              <a:rPr lang="de-DE" sz="1400" dirty="0">
                <a:solidFill>
                  <a:srgbClr val="575757"/>
                </a:solidFill>
              </a:rPr>
              <a:t>Sonntag		  11:30 – 14:00 Uhr</a:t>
            </a:r>
          </a:p>
        </p:txBody>
      </p:sp>
      <p:cxnSp>
        <p:nvCxnSpPr>
          <p:cNvPr id="1001" name="Divider 1001">
            <a:extLst>
              <a:ext uri="{FF2B5EF4-FFF2-40B4-BE49-F238E27FC236}">
                <a16:creationId xmlns:a16="http://schemas.microsoft.com/office/drawing/2014/main" id="{99DCBC2D-A7F8-FB39-97AD-0303100E03FF}"/>
              </a:ext>
            </a:extLst>
          </p:cNvPr>
          <p:cNvCxnSpPr/>
          <p:nvPr/>
        </p:nvCxnSpPr>
        <p:spPr>
          <a:xfrm>
            <a:off x="4171949" y="513532"/>
            <a:ext cx="7899050" cy="0"/>
          </a:xfrm>
          <a:prstGeom prst="line">
            <a:avLst/>
          </a:prstGeom>
          <a:ln w="6943" cap="rnd"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02" name="Item 1002"/>
          <p:cNvSpPr txBox="1"/>
          <p:nvPr/>
        </p:nvSpPr>
        <p:spPr>
          <a:xfrm>
            <a:off x="4171949" y="658368"/>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Kürbiscrèmesuppe </a:t>
            </a:r>
            <a:r>
              <a:rPr lang="de-DE" sz="1400" dirty="0">
                <a:solidFill>
                  <a:srgbClr val="FFFFFF"/>
                </a:solidFill>
              </a:rPr>
              <a:t>mit Croutons und Kürbiskernen</a:t>
            </a:r>
          </a:p>
        </p:txBody>
      </p:sp>
      <p:sp>
        <p:nvSpPr>
          <p:cNvPr id="1003" name="Price 1003"/>
          <p:cNvSpPr txBox="1"/>
          <p:nvPr/>
        </p:nvSpPr>
        <p:spPr>
          <a:xfrm>
            <a:off x="11320000" y="658368"/>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6,90</a:t>
            </a:r>
          </a:p>
        </p:txBody>
      </p:sp>
      <p:sp>
        <p:nvSpPr>
          <p:cNvPr id="1004" name="Item 1004"/>
          <p:cNvSpPr txBox="1"/>
          <p:nvPr/>
        </p:nvSpPr>
        <p:spPr>
          <a:xfrm>
            <a:off x="4171949" y="1078992"/>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Kürbiscrèmesuppe </a:t>
            </a:r>
            <a:r>
              <a:rPr lang="de-DE" sz="1400" dirty="0">
                <a:solidFill>
                  <a:srgbClr val="FFFFFF"/>
                </a:solidFill>
              </a:rPr>
              <a:t>mit gebratenen Garnelen</a:t>
            </a:r>
          </a:p>
        </p:txBody>
      </p:sp>
      <p:sp>
        <p:nvSpPr>
          <p:cNvPr id="1005" name="Price 1005"/>
          <p:cNvSpPr txBox="1"/>
          <p:nvPr/>
        </p:nvSpPr>
        <p:spPr>
          <a:xfrm>
            <a:off x="11320000" y="1078992"/>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8,90</a:t>
            </a:r>
          </a:p>
        </p:txBody>
      </p:sp>
      <p:sp>
        <p:nvSpPr>
          <p:cNvPr id="1006" name="Item 1006"/>
          <p:cNvSpPr txBox="1"/>
          <p:nvPr/>
        </p:nvSpPr>
        <p:spPr>
          <a:xfrm>
            <a:off x="4171949" y="1499616"/>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Bunter Blattsalat </a:t>
            </a:r>
            <a:r>
              <a:rPr lang="de-DE" sz="1400" dirty="0">
                <a:solidFill>
                  <a:srgbClr val="FFFFFF"/>
                </a:solidFill>
              </a:rPr>
              <a:t>mit Croutons, Kürbiskernen und gerösteten Speckstreifen</a:t>
            </a:r>
          </a:p>
        </p:txBody>
      </p:sp>
      <p:sp>
        <p:nvSpPr>
          <p:cNvPr id="1007" name="Price 1007"/>
          <p:cNvSpPr txBox="1"/>
          <p:nvPr/>
        </p:nvSpPr>
        <p:spPr>
          <a:xfrm>
            <a:off x="11320000" y="1499616"/>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8,20</a:t>
            </a:r>
          </a:p>
        </p:txBody>
      </p:sp>
      <p:sp>
        <p:nvSpPr>
          <p:cNvPr id="1008" name="Item 1008"/>
          <p:cNvSpPr txBox="1"/>
          <p:nvPr/>
        </p:nvSpPr>
        <p:spPr>
          <a:xfrm>
            <a:off x="4171949" y="1920240"/>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Blattsalatbouquet </a:t>
            </a:r>
            <a:r>
              <a:rPr lang="de-DE" sz="1400" dirty="0">
                <a:solidFill>
                  <a:srgbClr val="FFFFFF"/>
                </a:solidFill>
              </a:rPr>
              <a:t>umlegt mit Garnelen im Kartoffelmantel</a:t>
            </a:r>
          </a:p>
        </p:txBody>
      </p:sp>
      <p:sp>
        <p:nvSpPr>
          <p:cNvPr id="1009" name="Price 1009"/>
          <p:cNvSpPr txBox="1"/>
          <p:nvPr/>
        </p:nvSpPr>
        <p:spPr>
          <a:xfrm>
            <a:off x="11320000" y="1920240"/>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€ 12,50</a:t>
            </a:r>
          </a:p>
        </p:txBody>
      </p:sp>
      <p:sp>
        <p:nvSpPr>
          <p:cNvPr id="1010" name="Item 1010"/>
          <p:cNvSpPr txBox="1"/>
          <p:nvPr/>
        </p:nvSpPr>
        <p:spPr>
          <a:xfrm>
            <a:off x="4171949" y="2340864"/>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Gemischter Salat </a:t>
            </a:r>
            <a:r>
              <a:rPr lang="de-DE" sz="1400" dirty="0">
                <a:solidFill>
                  <a:srgbClr val="FFFFFF"/>
                </a:solidFill>
              </a:rPr>
              <a:t>- Rohkost- und Blattsalate</a:t>
            </a:r>
          </a:p>
        </p:txBody>
      </p:sp>
      <p:sp>
        <p:nvSpPr>
          <p:cNvPr id="1011" name="Price 1011"/>
          <p:cNvSpPr txBox="1"/>
          <p:nvPr/>
        </p:nvSpPr>
        <p:spPr>
          <a:xfrm>
            <a:off x="11320000" y="2340864"/>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8,20</a:t>
            </a:r>
          </a:p>
        </p:txBody>
      </p:sp>
      <p:cxnSp>
        <p:nvCxnSpPr>
          <p:cNvPr id="1014" name="Divider 1014">
            <a:extLst>
              <a:ext uri="{FF2B5EF4-FFF2-40B4-BE49-F238E27FC236}">
                <a16:creationId xmlns:a16="http://schemas.microsoft.com/office/drawing/2014/main" id="{99DCBC2D-A7F8-FB39-97AD-0303100E03FF}"/>
              </a:ext>
            </a:extLst>
          </p:cNvPr>
          <p:cNvCxnSpPr/>
          <p:nvPr/>
        </p:nvCxnSpPr>
        <p:spPr>
          <a:xfrm>
            <a:off x="4171949" y="3300984"/>
            <a:ext cx="7899050" cy="0"/>
          </a:xfrm>
          <a:prstGeom prst="line">
            <a:avLst/>
          </a:prstGeom>
          <a:ln w="6943" cap="rnd"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5" name="Item 1015"/>
          <p:cNvSpPr txBox="1"/>
          <p:nvPr/>
        </p:nvSpPr>
        <p:spPr>
          <a:xfrm>
            <a:off x="4171949" y="3429000"/>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Kürbisravioli </a:t>
            </a:r>
            <a:r>
              <a:rPr lang="de-DE" sz="1400" dirty="0">
                <a:solidFill>
                  <a:srgbClr val="FFFFFF"/>
                </a:solidFill>
              </a:rPr>
              <a:t>mit Schafskäse und Brokkoligemüse</a:t>
            </a:r>
          </a:p>
        </p:txBody>
      </p:sp>
      <p:sp>
        <p:nvSpPr>
          <p:cNvPr id="1016" name="Price 1016"/>
          <p:cNvSpPr txBox="1"/>
          <p:nvPr/>
        </p:nvSpPr>
        <p:spPr>
          <a:xfrm>
            <a:off x="11320000" y="3429000"/>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€ 21,50</a:t>
            </a:r>
          </a:p>
        </p:txBody>
      </p:sp>
      <p:sp>
        <p:nvSpPr>
          <p:cNvPr id="1017" name="Item 1017"/>
          <p:cNvSpPr txBox="1"/>
          <p:nvPr/>
        </p:nvSpPr>
        <p:spPr>
          <a:xfrm>
            <a:off x="4171949" y="3849624"/>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Geschnetzeltes Kalbfleisch </a:t>
            </a:r>
            <a:r>
              <a:rPr lang="de-DE" sz="1400" dirty="0">
                <a:solidFill>
                  <a:srgbClr val="FFFFFF"/>
                </a:solidFill>
              </a:rPr>
              <a:t>Zürcher Art, dazu handgeschabte Spätzle</a:t>
            </a:r>
          </a:p>
        </p:txBody>
      </p:sp>
      <p:sp>
        <p:nvSpPr>
          <p:cNvPr id="1018" name="Price 1018"/>
          <p:cNvSpPr txBox="1"/>
          <p:nvPr/>
        </p:nvSpPr>
        <p:spPr>
          <a:xfrm>
            <a:off x="11320000" y="3849624"/>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€ 33,80</a:t>
            </a:r>
          </a:p>
        </p:txBody>
      </p:sp>
      <p:sp>
        <p:nvSpPr>
          <p:cNvPr id="1019" name="Item 1019"/>
          <p:cNvSpPr txBox="1"/>
          <p:nvPr/>
        </p:nvSpPr>
        <p:spPr>
          <a:xfrm>
            <a:off x="4171949" y="4270248"/>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Gebratene Zanderfilets </a:t>
            </a:r>
            <a:r>
              <a:rPr lang="de-DE" sz="1400" dirty="0">
                <a:solidFill>
                  <a:srgbClr val="FFFFFF"/>
                </a:solidFill>
              </a:rPr>
              <a:t>mit Pfifferling-Zucchinigemüse, dazu Nudeln</a:t>
            </a:r>
          </a:p>
        </p:txBody>
      </p:sp>
      <p:sp>
        <p:nvSpPr>
          <p:cNvPr id="1020" name="Price 1020"/>
          <p:cNvSpPr txBox="1"/>
          <p:nvPr/>
        </p:nvSpPr>
        <p:spPr>
          <a:xfrm>
            <a:off x="11320000" y="4270248"/>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€ 34,20</a:t>
            </a:r>
          </a:p>
        </p:txBody>
      </p:sp>
      <p:sp>
        <p:nvSpPr>
          <p:cNvPr id="1021" name="Item 1021"/>
          <p:cNvSpPr txBox="1"/>
          <p:nvPr/>
        </p:nvSpPr>
        <p:spPr>
          <a:xfrm>
            <a:off x="4171949" y="4690872"/>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Lammrücken </a:t>
            </a:r>
            <a:r>
              <a:rPr lang="de-DE" sz="1400" dirty="0">
                <a:solidFill>
                  <a:srgbClr val="FFFFFF"/>
                </a:solidFill>
              </a:rPr>
              <a:t>in der Kräuterkruste auf Ratatouillegemüse und Schupfnudeln</a:t>
            </a:r>
          </a:p>
        </p:txBody>
      </p:sp>
      <p:sp>
        <p:nvSpPr>
          <p:cNvPr id="1022" name="Price 1022"/>
          <p:cNvSpPr txBox="1"/>
          <p:nvPr/>
        </p:nvSpPr>
        <p:spPr>
          <a:xfrm>
            <a:off x="11320000" y="4690872"/>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€ 39,80</a:t>
            </a:r>
          </a:p>
        </p:txBody>
      </p:sp>
      <p:sp>
        <p:nvSpPr>
          <p:cNvPr id="1023" name="Item 1023"/>
          <p:cNvSpPr txBox="1"/>
          <p:nvPr/>
        </p:nvSpPr>
        <p:spPr>
          <a:xfrm>
            <a:off x="4171949" y="5111496"/>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Maispoulardenbrust </a:t>
            </a:r>
            <a:r>
              <a:rPr lang="de-DE" sz="1400" dirty="0">
                <a:solidFill>
                  <a:srgbClr val="FFFFFF"/>
                </a:solidFill>
              </a:rPr>
              <a:t>an Morchelrahmsauce, Gemüsegarnitur, dazu Kroketten</a:t>
            </a:r>
          </a:p>
        </p:txBody>
      </p:sp>
      <p:sp>
        <p:nvSpPr>
          <p:cNvPr id="1024" name="Price 1024"/>
          <p:cNvSpPr txBox="1"/>
          <p:nvPr/>
        </p:nvSpPr>
        <p:spPr>
          <a:xfrm>
            <a:off x="11320000" y="5111496"/>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€ 33,50</a:t>
            </a:r>
          </a:p>
        </p:txBody>
      </p:sp>
      <p:sp>
        <p:nvSpPr>
          <p:cNvPr id="1025" name="Item 1025"/>
          <p:cNvSpPr txBox="1"/>
          <p:nvPr/>
        </p:nvSpPr>
        <p:spPr>
          <a:xfrm>
            <a:off x="4171949" y="5532120"/>
            <a:ext cx="7100000" cy="4981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Rückensteak vom Angusrind </a:t>
            </a:r>
            <a:r>
              <a:rPr lang="de-DE" sz="1400" dirty="0">
                <a:solidFill>
                  <a:srgbClr val="FFFFFF"/>
                </a:solidFill>
              </a:rPr>
              <a:t>"Café de Paris", Gemüsegarnitur und Pommes frites</a:t>
            </a:r>
          </a:p>
        </p:txBody>
      </p:sp>
      <p:sp>
        <p:nvSpPr>
          <p:cNvPr id="1026" name="Price 1026"/>
          <p:cNvSpPr txBox="1"/>
          <p:nvPr/>
        </p:nvSpPr>
        <p:spPr>
          <a:xfrm>
            <a:off x="11320000" y="5532120"/>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€ 39,20</a:t>
            </a:r>
          </a:p>
        </p:txBody>
      </p:sp>
      <p:sp>
        <p:nvSpPr>
          <p:cNvPr id="1027" name="Item 1027"/>
          <p:cNvSpPr txBox="1"/>
          <p:nvPr/>
        </p:nvSpPr>
        <p:spPr>
          <a:xfrm>
            <a:off x="4171949" y="5952744"/>
            <a:ext cx="710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pPr algn="l" fontAlgn="base"/>
            <a:r>
              <a:rPr lang="de-DE" sz="1400" b="1" dirty="0">
                <a:solidFill>
                  <a:srgbClr val="FFFFFF"/>
                </a:solidFill>
              </a:rPr>
              <a:t>Kalbsrückensteak </a:t>
            </a:r>
            <a:r>
              <a:rPr lang="de-DE" sz="1400" dirty="0">
                <a:solidFill>
                  <a:srgbClr val="FFFFFF"/>
                </a:solidFill>
              </a:rPr>
              <a:t>mit frischen Pfifferlingen, Brokkoligemüse</a:t>
            </a:r>
            <a:br/>
            <a:r>
              <a:rPr lang="de-DE" sz="1400" dirty="0">
                <a:solidFill>
                  <a:srgbClr val="FFFFFF"/>
                </a:solidFill>
              </a:rPr>
              <a:t>und handgeschabte Spätzle</a:t>
            </a:r>
          </a:p>
        </p:txBody>
      </p:sp>
      <p:sp>
        <p:nvSpPr>
          <p:cNvPr id="1028" name="Price 1028"/>
          <p:cNvSpPr txBox="1"/>
          <p:nvPr/>
        </p:nvSpPr>
        <p:spPr>
          <a:xfrm>
            <a:off x="11320000" y="5952744"/>
            <a:ext cx="820000" cy="28275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659" tIns="33330" rIns="66659" bIns="33330" numCol="1" spcCol="0" rtlCol="0" fromWordArt="0" anchor="t" anchorCtr="0" forceAA="0" compatLnSpc="1">
            <a:prstTxWarp prst="textNoShape">
              <a:avLst/>
            </a:prstTxWarp>
            <a:spAutoFit/>
          </a:bodyPr>
          <a:lstStyle/>
          <a:p>
            <a:r>
              <a:rPr lang="de-DE" sz="1400" dirty="0">
                <a:solidFill>
                  <a:srgbClr val="FFFFFF"/>
                </a:solidFill>
              </a:rPr>
              <a:t>€ 39,80</a:t>
            </a:r>
          </a:p>
        </p:txBody>
      </p:sp>
    </p:spTree>
    <p:extLst>
      <p:ext uri="{BB962C8B-B14F-4D97-AF65-F5344CB8AC3E}">
        <p14:creationId xmlns:p14="http://schemas.microsoft.com/office/powerpoint/2010/main" val="4086640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6741F1D1-726F-4F5C-AF82-6A4B030D48FC}" vid="{32BB820F-5679-4F98-8B04-67B27827A899}"/>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168</Words>
  <Application>Microsoft Office PowerPoint</Application>
  <PresentationFormat>Widescreen</PresentationFormat>
  <Paragraphs>38</Paragraphs>
  <Slides>1</Slides>
  <Notes>1</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Geissler, Dominik</dc:creator>
  <cp:lastModifiedBy>Geissler, Dominik</cp:lastModifiedBy>
  <cp:revision>69</cp:revision>
  <cp:lastPrinted>2016-04-06T18:59:25Z</cp:lastPrinted>
  <dcterms:created xsi:type="dcterms:W3CDTF">2020-03-25T11:30:11Z</dcterms:created>
  <dcterms:modified xsi:type="dcterms:W3CDTF">2026-06-30T11:43:54Z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2023-07-23T17:34:48Z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e53633e1-94a6-4cc8-a31f-e0d4112f7814</vt:lpwstr>
  </property>
  <property fmtid="{D5CDD505-2E9C-101B-9397-08002B2CF9AE}" pid="13" name="MSIP_Label_b0d5c4f4-7a29-4385-b7a5-afbe2154ae6f_ContentBits">
    <vt:lpwstr>0</vt:lpwstr>
  </property>
  <property fmtid="{D5CDD505-2E9C-101B-9397-08002B2CF9AE}" pid="14" name="bcgClassification">
    <vt:lpwstr>bcgConfidential</vt:lpwstr>
  </property>
</Properties>
</file>